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B6C97-8AF9-404D-8E87-DE5F84841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5A2AA3-DCB1-463D-AD1C-2FB2B9FDA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2D92D0-28CF-46B9-B9E2-9109B4FE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5B2432-AE61-4F75-83B0-8D1C3A88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A5DA05-A288-433D-97F4-34782DD1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07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08D99A-59D8-4506-9F0D-F5D1CC40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E8BC3F-6EED-42FB-BE0B-A4FC0BAB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233FF1-8383-4A7B-976F-B14447B2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4C67AD-DA21-484C-A714-975A62FB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CABAB7-B59C-435D-A41F-68B84331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97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BAC77-9A3E-416D-BCB4-617428D2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CA4157-4449-415B-B44A-EF98CCA74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DD4573-2ED5-4D71-AD03-B4B5AD18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0BBD47-318C-4B06-9319-81CFB5F6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9DFB8B-95C1-4E3B-ADD6-F915EF6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36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F3E5B-B3CA-4E33-A7C9-C4BB9ABB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2F74CC-59C6-460A-A29C-451945C55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307F75-7F4D-4ADF-B2B5-E5C55CB2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D58203-8F8A-4F5C-BFA6-EEF30C03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C90B46-D924-4D43-A405-B3B5FB9E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6213AE-3B61-4194-9F4C-74F0BFE6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40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08559-5120-463A-BFC1-CADDA1D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0916D0-D48D-4C5F-BA17-01186939C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D12EAC-48B6-479D-BCC0-F9263E29A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B8C1C36-11D8-4ED3-926F-16AF281787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21175E-AD35-4A40-B725-34AF9C43B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986FCCA-F439-4B4B-B05A-567CFA92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52D64E0-6045-453F-93CD-45632F14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2430199-71A0-47AB-BC8C-1BBCD35C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80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C8F834-1B4D-4863-BCF5-05BEF8A3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6D013D-23A2-4B1F-A1E3-E1B1AFCB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47C3E0-9ECD-4DDE-9D1F-65074773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950939-409C-4686-8418-306C0244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32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8C5B65-1C42-4FBF-A25D-EA195058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3F39E31-0997-479E-ABE8-1B5EE9C2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5480F5-38BE-4F7B-B461-46DC0C70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692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57D419-F534-4F15-BF82-1640CA7A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1CE0C8-5851-4B44-8BAA-80438F3B0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788DBA-A667-43FC-8692-C39CC7827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A1DA1B-5522-4E03-84FF-88A8A74C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FB0DA8-8138-4EFB-8F95-E9677D88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2B311A-256B-45B7-A118-5A2A62AA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25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2DA97-BAB0-43C7-9BA8-E42F5AEF5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DE12892-F002-4127-BC75-9E10DD585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3FBAEF-8C76-4D52-A8D1-6E5A40893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23501F-0FDE-43F0-9791-9738C106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19982C-4A12-4637-ACE2-FA6DFCF64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6B0A0B-50B7-494A-8A1B-4994881E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33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51D1D9-1B89-45C7-8192-D6F70D32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021BED-750A-4F8A-BD0B-005DC2995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BCF844-B916-4AA6-A1C8-A5051945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F1870B-D5BC-4808-BFA2-508A9C01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DF3A9A-BFDC-4837-B843-A3ACED0A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4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2CF49F3-8081-4451-94C0-7AA3B502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2E6776-666D-48CF-8883-7268AC61B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B79E94-0047-4947-8079-2ABB7F2B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5C4441-7F30-4B40-9CBE-D8D5C81A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1A506A-073D-4F03-9E40-1B9E6889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36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CA2D61-8C4A-4172-86D5-588EC983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D66144-58C8-42B8-AADE-3EAB2B625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E5B911-379B-426E-A1E1-1A6A39CED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7A04D-160F-4D33-88B3-1B19C88D0921}" type="datetimeFigureOut">
              <a:rPr lang="zh-TW" altLang="en-US" smtClean="0"/>
              <a:t>2023/6/20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8AB861-C409-43E8-9269-229E1D6D8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4F4A2-7DD5-44C3-9F21-698DE2886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05282-F43E-4429-A2E4-F7600F5C8C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32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A82A2-27FB-4E7E-A553-E66665E52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7F38A5-37A6-4A95-9D37-ED747FD71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16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3D08E-6B35-4441-B068-FE4D649D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4C75DF-AB97-4974-BFA3-9375556E6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5794" y="1825625"/>
            <a:ext cx="3258005" cy="4351338"/>
          </a:xfrm>
        </p:spPr>
        <p:txBody>
          <a:bodyPr/>
          <a:lstStyle/>
          <a:p>
            <a:r>
              <a:rPr lang="en-US" altLang="zh-TW" dirty="0"/>
              <a:t>Def(k) = { 4,7)</a:t>
            </a:r>
          </a:p>
          <a:p>
            <a:r>
              <a:rPr lang="en-US" altLang="zh-TW" dirty="0"/>
              <a:t>Use(k) = {5, 7, 11}</a:t>
            </a:r>
          </a:p>
          <a:p>
            <a:r>
              <a:rPr lang="en-US" altLang="zh-TW" dirty="0"/>
              <a:t>Du-pairs(k) =</a:t>
            </a:r>
            <a:r>
              <a:rPr lang="zh-TW" altLang="en-US" dirty="0"/>
              <a:t> </a:t>
            </a:r>
            <a:r>
              <a:rPr lang="en-US" altLang="zh-TW" dirty="0"/>
              <a:t>{(4,5),</a:t>
            </a:r>
            <a:r>
              <a:rPr lang="zh-TW" altLang="en-US" dirty="0"/>
              <a:t> </a:t>
            </a:r>
            <a:r>
              <a:rPr lang="en-US" altLang="zh-TW" dirty="0"/>
              <a:t>(4,7), (4,11), (7, 5), (7,7), (7,11)} </a:t>
            </a:r>
          </a:p>
        </p:txBody>
      </p: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9489FBEE-62F5-44F8-9F07-2989682E20C6}"/>
              </a:ext>
            </a:extLst>
          </p:cNvPr>
          <p:cNvGrpSpPr/>
          <p:nvPr/>
        </p:nvGrpSpPr>
        <p:grpSpPr>
          <a:xfrm>
            <a:off x="377372" y="365125"/>
            <a:ext cx="8855074" cy="5883276"/>
            <a:chOff x="2032000" y="502443"/>
            <a:chExt cx="8855074" cy="5883276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0500B4A4-B71A-450A-98A2-C26335C12B82}"/>
                </a:ext>
              </a:extLst>
            </p:cNvPr>
            <p:cNvSpPr/>
            <p:nvPr/>
          </p:nvSpPr>
          <p:spPr>
            <a:xfrm>
              <a:off x="2032000" y="502443"/>
              <a:ext cx="4063999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1:if (a</a:t>
              </a:r>
              <a:r>
                <a:rPr lang="en-US" altLang="zh-TW" dirty="0">
                  <a:sym typeface="Wingdings" panose="05000000000000000000" pitchFamily="2" charset="2"/>
                </a:rPr>
                <a:t>0 || b&lt;= 0 || c &lt;= 0)</a:t>
              </a:r>
              <a:endParaRPr lang="zh-TW" altLang="en-US" dirty="0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D80D9132-2BBD-46E4-B1C8-2266D1D1F7B2}"/>
                </a:ext>
              </a:extLst>
            </p:cNvPr>
            <p:cNvSpPr/>
            <p:nvPr/>
          </p:nvSpPr>
          <p:spPr>
            <a:xfrm>
              <a:off x="7861300" y="914400"/>
              <a:ext cx="1485900" cy="431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2: return</a:t>
              </a:r>
              <a:endParaRPr lang="zh-TW" altLang="en-US" dirty="0"/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C6BC428E-976D-4982-80EC-2A1149A069C8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6095999" y="765175"/>
              <a:ext cx="1765301" cy="36512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7D194B08-BA77-4C91-8FBE-7017C86633EB}"/>
                </a:ext>
              </a:extLst>
            </p:cNvPr>
            <p:cNvSpPr/>
            <p:nvPr/>
          </p:nvSpPr>
          <p:spPr>
            <a:xfrm>
              <a:off x="2362199" y="1531144"/>
              <a:ext cx="3543299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3: r = malloc(a*size…)) </a:t>
              </a:r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980F34CB-9F61-4A0B-BEA3-1AD399719BCA}"/>
                </a:ext>
              </a:extLst>
            </p:cNvPr>
            <p:cNvCxnSpPr>
              <a:cxnSpLocks/>
              <a:stCxn id="4" idx="4"/>
              <a:endCxn id="11" idx="0"/>
            </p:cNvCxnSpPr>
            <p:nvPr/>
          </p:nvCxnSpPr>
          <p:spPr>
            <a:xfrm>
              <a:off x="4064000" y="1027906"/>
              <a:ext cx="69849" cy="50323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662E548-9FEA-474F-AA7C-7046B6B5AC83}"/>
                </a:ext>
              </a:extLst>
            </p:cNvPr>
            <p:cNvCxnSpPr>
              <a:cxnSpLocks/>
              <a:stCxn id="32" idx="7"/>
              <a:endCxn id="65" idx="2"/>
            </p:cNvCxnSpPr>
            <p:nvPr/>
          </p:nvCxnSpPr>
          <p:spPr>
            <a:xfrm flipV="1">
              <a:off x="4807369" y="3164283"/>
              <a:ext cx="2682456" cy="130927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56CD5DF-1809-48DF-BCE8-8A91CA6DD323}"/>
                </a:ext>
              </a:extLst>
            </p:cNvPr>
            <p:cNvCxnSpPr>
              <a:cxnSpLocks/>
              <a:stCxn id="60" idx="1"/>
              <a:endCxn id="32" idx="6"/>
            </p:cNvCxnSpPr>
            <p:nvPr/>
          </p:nvCxnSpPr>
          <p:spPr>
            <a:xfrm flipH="1" flipV="1">
              <a:off x="5086350" y="3480990"/>
              <a:ext cx="2799797" cy="664326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3B4F5FEA-7BF9-45B1-B44B-3712BAAF64B5}"/>
                </a:ext>
              </a:extLst>
            </p:cNvPr>
            <p:cNvCxnSpPr>
              <a:cxnSpLocks/>
              <a:stCxn id="36" idx="6"/>
              <a:endCxn id="60" idx="2"/>
            </p:cNvCxnSpPr>
            <p:nvPr/>
          </p:nvCxnSpPr>
          <p:spPr>
            <a:xfrm flipV="1">
              <a:off x="6146798" y="4331096"/>
              <a:ext cx="1529183" cy="103783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810E768-6ABC-43D7-A583-57D7E58F3604}"/>
                </a:ext>
              </a:extLst>
            </p:cNvPr>
            <p:cNvCxnSpPr>
              <a:cxnSpLocks/>
              <a:stCxn id="52" idx="2"/>
              <a:endCxn id="48" idx="7"/>
            </p:cNvCxnSpPr>
            <p:nvPr/>
          </p:nvCxnSpPr>
          <p:spPr>
            <a:xfrm flipH="1">
              <a:off x="4780381" y="5250656"/>
              <a:ext cx="2938043" cy="63019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FFDF495E-423C-4F01-9684-288D877A8005}"/>
                </a:ext>
              </a:extLst>
            </p:cNvPr>
            <p:cNvCxnSpPr>
              <a:cxnSpLocks/>
              <a:stCxn id="45" idx="4"/>
              <a:endCxn id="48" idx="0"/>
            </p:cNvCxnSpPr>
            <p:nvPr/>
          </p:nvCxnSpPr>
          <p:spPr>
            <a:xfrm>
              <a:off x="4098924" y="5527871"/>
              <a:ext cx="7937" cy="27602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7E7ED1F3-9BD5-4D50-8742-64367076999B}"/>
                </a:ext>
              </a:extLst>
            </p:cNvPr>
            <p:cNvCxnSpPr>
              <a:cxnSpLocks/>
              <a:stCxn id="49" idx="0"/>
              <a:endCxn id="52" idx="4"/>
            </p:cNvCxnSpPr>
            <p:nvPr/>
          </p:nvCxnSpPr>
          <p:spPr>
            <a:xfrm flipH="1" flipV="1">
              <a:off x="8435975" y="5513387"/>
              <a:ext cx="34925" cy="346869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3AC6808E-E6D0-4F9A-A7D1-833358825763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5059362" y="6066631"/>
              <a:ext cx="995364" cy="56357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BF524C19-9218-4C7E-973E-975D4A04DE7E}"/>
                </a:ext>
              </a:extLst>
            </p:cNvPr>
            <p:cNvCxnSpPr>
              <a:cxnSpLocks/>
              <a:stCxn id="36" idx="4"/>
              <a:endCxn id="45" idx="0"/>
            </p:cNvCxnSpPr>
            <p:nvPr/>
          </p:nvCxnSpPr>
          <p:spPr>
            <a:xfrm flipH="1">
              <a:off x="4098924" y="4697610"/>
              <a:ext cx="15875" cy="30479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A3091085-9BE9-47D4-9B53-1DD10EEAE373}"/>
                </a:ext>
              </a:extLst>
            </p:cNvPr>
            <p:cNvCxnSpPr>
              <a:cxnSpLocks/>
              <a:stCxn id="32" idx="4"/>
            </p:cNvCxnSpPr>
            <p:nvPr/>
          </p:nvCxnSpPr>
          <p:spPr>
            <a:xfrm flipH="1">
              <a:off x="4098925" y="3743721"/>
              <a:ext cx="34924" cy="428426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5F9BF78F-1DAA-4C6F-8ED7-4EC791EF7AD2}"/>
                </a:ext>
              </a:extLst>
            </p:cNvPr>
            <p:cNvCxnSpPr>
              <a:cxnSpLocks/>
              <a:stCxn id="27" idx="4"/>
              <a:endCxn id="32" idx="0"/>
            </p:cNvCxnSpPr>
            <p:nvPr/>
          </p:nvCxnSpPr>
          <p:spPr>
            <a:xfrm flipH="1">
              <a:off x="4133849" y="2886868"/>
              <a:ext cx="19051" cy="33139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4773E26F-B55E-4AFA-A5AE-FEB0F1481B80}"/>
                </a:ext>
              </a:extLst>
            </p:cNvPr>
            <p:cNvCxnSpPr>
              <a:cxnSpLocks/>
              <a:stCxn id="11" idx="4"/>
              <a:endCxn id="27" idx="0"/>
            </p:cNvCxnSpPr>
            <p:nvPr/>
          </p:nvCxnSpPr>
          <p:spPr>
            <a:xfrm>
              <a:off x="4133849" y="2056607"/>
              <a:ext cx="19051" cy="30479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2FFEDCDB-C68D-4A1F-907F-7C2438895F02}"/>
                </a:ext>
              </a:extLst>
            </p:cNvPr>
            <p:cNvSpPr/>
            <p:nvPr/>
          </p:nvSpPr>
          <p:spPr>
            <a:xfrm>
              <a:off x="3435349" y="2361405"/>
              <a:ext cx="14351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4: k = 0</a:t>
              </a:r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788306DC-D3F3-42CF-A88E-A1E65D9E62DC}"/>
                </a:ext>
              </a:extLst>
            </p:cNvPr>
            <p:cNvSpPr/>
            <p:nvPr/>
          </p:nvSpPr>
          <p:spPr>
            <a:xfrm>
              <a:off x="3181348" y="3218258"/>
              <a:ext cx="19050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5: if k &lt;= a</a:t>
              </a:r>
              <a:endParaRPr lang="zh-TW" altLang="en-US" dirty="0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3E7147D-D9A9-40F0-B12F-59F3B0691F55}"/>
                </a:ext>
              </a:extLst>
            </p:cNvPr>
            <p:cNvSpPr/>
            <p:nvPr/>
          </p:nvSpPr>
          <p:spPr>
            <a:xfrm>
              <a:off x="2082799" y="4172147"/>
              <a:ext cx="4063999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6: r[k] = malloc(b*size…)) </a:t>
              </a:r>
              <a:endParaRPr lang="zh-TW" altLang="en-US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ED81C36D-AB38-420F-8576-3617ECC09D48}"/>
                </a:ext>
              </a:extLst>
            </p:cNvPr>
            <p:cNvSpPr/>
            <p:nvPr/>
          </p:nvSpPr>
          <p:spPr>
            <a:xfrm>
              <a:off x="3381373" y="5002408"/>
              <a:ext cx="14351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9: h = 0</a:t>
              </a:r>
              <a:endParaRPr lang="zh-TW" altLang="en-US" dirty="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A84D5F7A-EF18-4523-9517-BB40A45D3AED}"/>
                </a:ext>
              </a:extLst>
            </p:cNvPr>
            <p:cNvSpPr/>
            <p:nvPr/>
          </p:nvSpPr>
          <p:spPr>
            <a:xfrm>
              <a:off x="3154360" y="5803899"/>
              <a:ext cx="19050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10: if h &lt;= b</a:t>
              </a:r>
              <a:endParaRPr lang="zh-TW" altLang="en-US" dirty="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018BB6A4-81DD-4FE5-849E-84DA36411293}"/>
                </a:ext>
              </a:extLst>
            </p:cNvPr>
            <p:cNvSpPr/>
            <p:nvPr/>
          </p:nvSpPr>
          <p:spPr>
            <a:xfrm>
              <a:off x="6054726" y="5860256"/>
              <a:ext cx="4832348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11: r[k][h] = malloc((</a:t>
              </a:r>
              <a:r>
                <a:rPr lang="en-US" altLang="zh-TW" dirty="0" err="1"/>
                <a:t>c+h+k</a:t>
              </a:r>
              <a:r>
                <a:rPr lang="en-US" altLang="zh-TW" dirty="0"/>
                <a:t>)*size…)) </a:t>
              </a:r>
              <a:endParaRPr lang="zh-TW" altLang="en-US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12F06C80-BDDE-47F2-A11D-ACB1C0327260}"/>
                </a:ext>
              </a:extLst>
            </p:cNvPr>
            <p:cNvSpPr/>
            <p:nvPr/>
          </p:nvSpPr>
          <p:spPr>
            <a:xfrm>
              <a:off x="7718424" y="4987924"/>
              <a:ext cx="14351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12: h++</a:t>
              </a:r>
              <a:endParaRPr lang="zh-TW" altLang="en-US" dirty="0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35B95832-26A2-40DA-8A7B-F6B571E3DC29}"/>
                </a:ext>
              </a:extLst>
            </p:cNvPr>
            <p:cNvSpPr/>
            <p:nvPr/>
          </p:nvSpPr>
          <p:spPr>
            <a:xfrm>
              <a:off x="7675981" y="4068364"/>
              <a:ext cx="1435102" cy="5254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7: k++</a:t>
              </a:r>
              <a:endParaRPr lang="zh-TW" altLang="en-US" dirty="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5D415D7A-1AC5-494D-8389-E0EEC6171271}"/>
                </a:ext>
              </a:extLst>
            </p:cNvPr>
            <p:cNvSpPr/>
            <p:nvPr/>
          </p:nvSpPr>
          <p:spPr>
            <a:xfrm>
              <a:off x="7489825" y="2948383"/>
              <a:ext cx="1485900" cy="431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8: return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3330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DF208-4B84-425A-8F70-87285F1A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16DD0A-B02E-4A70-9D62-EA61C1F7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For a&lt;2: (T || (!p) &amp;&amp; (r||s&gt;=t))) XOR (F || (!p) &amp;&amp; (r||s&gt;=t)))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504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173</Words>
  <Application>Microsoft Office PowerPoint</Application>
  <PresentationFormat>寬螢幕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Farn</dc:creator>
  <cp:lastModifiedBy>Farn</cp:lastModifiedBy>
  <cp:revision>5</cp:revision>
  <dcterms:created xsi:type="dcterms:W3CDTF">2023-06-20T02:35:33Z</dcterms:created>
  <dcterms:modified xsi:type="dcterms:W3CDTF">2023-06-20T03:16:19Z</dcterms:modified>
</cp:coreProperties>
</file>