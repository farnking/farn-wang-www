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0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4E5F2-BE61-48CD-863A-105E46AEEF91}" type="datetimeFigureOut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5EDED-4215-446A-BA2F-EF755F91E1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99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9EE85CC-22EE-4486-A465-D9428A439704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接點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接點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橢圓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橢圓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橢圓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C8107D2-5BD8-4D9C-B3ED-39C90759C637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524951D-89EE-48E7-9708-491C38A1BB9B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接點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接點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橢圓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橢圓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橢圓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接點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35502-EF84-456A-9C9B-6316B662B85C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4980-4019-4C1C-9695-42B494934896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DA35B40-737C-4A1D-AF7B-F252A8B34E3E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7B13-60CB-45B3-A1D4-A11DF2CAFC12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內容版面配置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459455A-B48C-43F5-93F0-9B47A365F524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頁尾版面配置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接點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11795AA-9B03-4499-9861-6CDBE42C5785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頁尾版面配置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416E-E91C-4440-9B82-D89AB1A0AF10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A6B9-0386-4656-A1E6-5401E13B3A1F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0E94A8-2A59-4429-BD3A-E153AD6732B8}" type="datetime1">
              <a:rPr lang="zh-TW" altLang="en-US" smtClean="0"/>
              <a:t>2014/10/17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8XXfgF9GSc" TargetMode="External"/><Relationship Id="rId2" Type="http://schemas.openxmlformats.org/officeDocument/2006/relationships/hyperlink" Target="https://www.youtube.com/watch?v=v2F49zLLj-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junit.org/" TargetMode="External"/><Relationship Id="rId2" Type="http://schemas.openxmlformats.org/officeDocument/2006/relationships/hyperlink" Target="http://www.vogella.com/tutorials/JUnit/artic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clip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/>
              <a:t>Junit Instructor (Eclipse)</a:t>
            </a:r>
            <a:br>
              <a:rPr lang="en-US" altLang="zh-TW" dirty="0" smtClean="0"/>
            </a:br>
            <a:r>
              <a:rPr lang="en-US" altLang="zh-TW" sz="1400" dirty="0" smtClean="0"/>
              <a:t>2014/10/17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pPr algn="ctr"/>
            <a:r>
              <a:rPr lang="en-US" altLang="zh-TW" dirty="0" smtClean="0"/>
              <a:t>Speaker: TA: Hung-Jr, Shiu</a:t>
            </a:r>
          </a:p>
          <a:p>
            <a:pPr algn="ctr"/>
            <a:r>
              <a:rPr lang="en-US" altLang="zh-TW" dirty="0" smtClean="0"/>
              <a:t>Adviser: </a:t>
            </a:r>
            <a:r>
              <a:rPr lang="en-US" altLang="zh-TW" dirty="0" err="1" smtClean="0"/>
              <a:t>Farn</a:t>
            </a:r>
            <a:r>
              <a:rPr lang="en-US" altLang="zh-TW" dirty="0" smtClean="0"/>
              <a:t> Wang</a:t>
            </a:r>
            <a:endParaRPr lang="zh-TW" altLang="en-US" dirty="0"/>
          </a:p>
        </p:txBody>
      </p:sp>
      <p:pic>
        <p:nvPicPr>
          <p:cNvPr id="1026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26543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245" y="4826990"/>
            <a:ext cx="754467" cy="75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447993"/>
            <a:ext cx="468570" cy="46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hiuhungjr\Desktop\ntu-mark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478" y="5723296"/>
            <a:ext cx="396258" cy="39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shiuhungjr\Desktop\ntu-mark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941" y="5446770"/>
            <a:ext cx="269374" cy="2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26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Eclipse (create a java project and class)</a:t>
            </a:r>
          </a:p>
          <a:p>
            <a:pPr marL="0" indent="0">
              <a:buNone/>
            </a:pPr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www.youtube.com/watch?v=v2F49zLLj-8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Eclipse (create </a:t>
            </a:r>
            <a:r>
              <a:rPr lang="en-US" altLang="zh-TW" dirty="0" err="1" smtClean="0"/>
              <a:t>Jnit</a:t>
            </a:r>
            <a:r>
              <a:rPr lang="en-US" altLang="zh-TW" dirty="0" smtClean="0"/>
              <a:t> test cases)</a:t>
            </a:r>
          </a:p>
          <a:p>
            <a:pPr marL="0" indent="0">
              <a:buNone/>
            </a:pPr>
            <a:r>
              <a:rPr lang="en-US" altLang="zh-TW">
                <a:hlinkClick r:id="rId3"/>
              </a:rPr>
              <a:t>https://</a:t>
            </a:r>
            <a:r>
              <a:rPr lang="en-US" altLang="zh-TW" smtClean="0">
                <a:hlinkClick r:id="rId3"/>
              </a:rPr>
              <a:t>www.youtube.com/watch?v=I8XXfgF9GSc</a:t>
            </a:r>
            <a:endParaRPr lang="en-US" altLang="zh-TW" smtClean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Junit test methods</a:t>
            </a:r>
          </a:p>
          <a:p>
            <a:endParaRPr lang="en-US" altLang="zh-TW" dirty="0"/>
          </a:p>
          <a:p>
            <a:r>
              <a:rPr lang="en-US" altLang="zh-TW" dirty="0" smtClean="0"/>
              <a:t>Junit assert types</a:t>
            </a:r>
          </a:p>
          <a:p>
            <a:endParaRPr lang="en-US" altLang="zh-TW" dirty="0"/>
          </a:p>
          <a:p>
            <a:r>
              <a:rPr lang="en-US" altLang="zh-TW" dirty="0" smtClean="0"/>
              <a:t>Sample demonstration</a:t>
            </a:r>
          </a:p>
          <a:p>
            <a:endParaRPr lang="en-US" altLang="zh-TW" dirty="0"/>
          </a:p>
          <a:p>
            <a:r>
              <a:rPr lang="en-US" altLang="zh-TW" dirty="0" smtClean="0"/>
              <a:t>References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9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Junit test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dirty="0" smtClean="0"/>
              <a:t>@Test public void method()</a:t>
            </a:r>
          </a:p>
          <a:p>
            <a:pPr algn="just"/>
            <a:r>
              <a:rPr lang="en-US" altLang="zh-TW" dirty="0" smtClean="0"/>
              <a:t>@Test(timeout =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)</a:t>
            </a:r>
          </a:p>
          <a:p>
            <a:pPr algn="just"/>
            <a:r>
              <a:rPr lang="en-US" altLang="zh-TW" dirty="0" smtClean="0"/>
              <a:t>@Before public void method()</a:t>
            </a:r>
          </a:p>
          <a:p>
            <a:pPr algn="just"/>
            <a:r>
              <a:rPr lang="en-US" altLang="zh-TW" dirty="0" smtClean="0"/>
              <a:t>@After public void method()</a:t>
            </a:r>
          </a:p>
          <a:p>
            <a:pPr algn="just"/>
            <a:r>
              <a:rPr lang="en-US" altLang="zh-TW" dirty="0" smtClean="0"/>
              <a:t>@</a:t>
            </a:r>
            <a:r>
              <a:rPr lang="en-US" altLang="zh-TW" dirty="0" err="1" smtClean="0"/>
              <a:t>BeforeClass</a:t>
            </a:r>
            <a:r>
              <a:rPr lang="en-US" altLang="zh-TW" dirty="0" smtClean="0"/>
              <a:t> public static void method()</a:t>
            </a:r>
          </a:p>
          <a:p>
            <a:pPr algn="just"/>
            <a:r>
              <a:rPr lang="en-US" altLang="zh-TW" dirty="0" smtClean="0"/>
              <a:t>@</a:t>
            </a:r>
            <a:r>
              <a:rPr lang="en-US" altLang="zh-TW" dirty="0" err="1" smtClean="0"/>
              <a:t>AfterClass</a:t>
            </a:r>
            <a:r>
              <a:rPr lang="en-US" altLang="zh-TW" dirty="0" smtClean="0"/>
              <a:t> public static void method()</a:t>
            </a:r>
          </a:p>
          <a:p>
            <a:pPr algn="just"/>
            <a:r>
              <a:rPr lang="en-US" altLang="zh-TW" dirty="0" smtClean="0"/>
              <a:t>@Ignore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13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Junit assert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dirty="0" err="1" smtClean="0"/>
              <a:t>assertTrue</a:t>
            </a:r>
            <a:r>
              <a:rPr lang="en-US" altLang="zh-TW" dirty="0" smtClean="0"/>
              <a:t>(string message, </a:t>
            </a:r>
            <a:r>
              <a:rPr lang="en-US" altLang="zh-TW" dirty="0" err="1" smtClean="0"/>
              <a:t>boolean</a:t>
            </a:r>
            <a:r>
              <a:rPr lang="en-US" altLang="zh-TW" dirty="0" smtClean="0"/>
              <a:t> condition)</a:t>
            </a:r>
          </a:p>
          <a:p>
            <a:pPr algn="just"/>
            <a:r>
              <a:rPr lang="en-US" altLang="zh-TW" dirty="0" err="1" smtClean="0"/>
              <a:t>assertFalse</a:t>
            </a:r>
            <a:r>
              <a:rPr lang="en-US" altLang="zh-TW" dirty="0" smtClean="0"/>
              <a:t>(string message, </a:t>
            </a:r>
            <a:r>
              <a:rPr lang="en-US" altLang="zh-TW" dirty="0" err="1" smtClean="0"/>
              <a:t>boolean</a:t>
            </a:r>
            <a:r>
              <a:rPr lang="en-US" altLang="zh-TW" dirty="0" smtClean="0"/>
              <a:t> condition)</a:t>
            </a:r>
          </a:p>
          <a:p>
            <a:pPr algn="just"/>
            <a:r>
              <a:rPr lang="en-US" altLang="zh-TW" dirty="0" err="1" smtClean="0"/>
              <a:t>assertEquals</a:t>
            </a:r>
            <a:r>
              <a:rPr lang="en-US" altLang="zh-TW" dirty="0" smtClean="0"/>
              <a:t>(string message, expected, actual)</a:t>
            </a:r>
          </a:p>
          <a:p>
            <a:pPr algn="just"/>
            <a:r>
              <a:rPr lang="en-US" altLang="zh-TW" dirty="0" err="1" smtClean="0"/>
              <a:t>assertEquals</a:t>
            </a:r>
            <a:r>
              <a:rPr lang="en-US" altLang="zh-TW" dirty="0" smtClean="0"/>
              <a:t>(string message, expected, actual, tolerance)</a:t>
            </a:r>
          </a:p>
          <a:p>
            <a:pPr algn="just"/>
            <a:r>
              <a:rPr lang="en-US" altLang="zh-TW" dirty="0" err="1" smtClean="0"/>
              <a:t>assertSame</a:t>
            </a:r>
            <a:r>
              <a:rPr lang="en-US" altLang="zh-TW" dirty="0" smtClean="0"/>
              <a:t>(string message, expected, actual)</a:t>
            </a:r>
          </a:p>
          <a:p>
            <a:pPr algn="just"/>
            <a:r>
              <a:rPr lang="en-US" altLang="zh-TW" dirty="0" err="1" smtClean="0"/>
              <a:t>assertNotSame</a:t>
            </a:r>
            <a:r>
              <a:rPr lang="en-US" altLang="zh-TW" dirty="0" smtClean="0"/>
              <a:t>(string message, expected, actual)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16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demonstration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Test Requirements:</a:t>
            </a:r>
          </a:p>
          <a:p>
            <a:pPr marL="0" indent="0">
              <a:buNone/>
            </a:pPr>
            <a:r>
              <a:rPr lang="en-US" dirty="0" smtClean="0"/>
              <a:t>-Test a given prime number.</a:t>
            </a:r>
          </a:p>
          <a:p>
            <a:pPr marL="0" indent="0">
              <a:buNone/>
            </a:pPr>
            <a:r>
              <a:rPr lang="en-US" dirty="0" smtClean="0"/>
              <a:t>-Test a given non-prime number.</a:t>
            </a:r>
          </a:p>
          <a:p>
            <a:pPr marL="0" indent="0">
              <a:buNone/>
            </a:pPr>
            <a:r>
              <a:rPr lang="en-US" dirty="0" smtClean="0"/>
              <a:t>-Test a given negative integer.</a:t>
            </a:r>
          </a:p>
          <a:p>
            <a:pPr marL="0" indent="0">
              <a:buNone/>
            </a:pPr>
            <a:r>
              <a:rPr lang="en-US" dirty="0" smtClean="0"/>
              <a:t>-Test a given large prime number to check timeout tolerance.</a:t>
            </a:r>
          </a:p>
          <a:p>
            <a:pPr marL="0" indent="0">
              <a:buNone/>
            </a:pPr>
            <a:r>
              <a:rPr lang="en-US" dirty="0" smtClean="0"/>
              <a:t>-Test a given integer to count it’s number of prime factors.</a:t>
            </a:r>
          </a:p>
          <a:p>
            <a:pPr marL="0" indent="0">
              <a:buNone/>
            </a:pPr>
            <a:r>
              <a:rPr lang="en-US" dirty="0" smtClean="0"/>
              <a:t>-Test a given negative integer.</a:t>
            </a:r>
          </a:p>
          <a:p>
            <a:pPr marL="0" indent="0">
              <a:buNone/>
            </a:pPr>
            <a:r>
              <a:rPr lang="en-US" dirty="0" smtClean="0"/>
              <a:t>-Test a given large number to check timeout tolerance.</a:t>
            </a:r>
          </a:p>
          <a:p>
            <a:endParaRPr lang="en-US" dirty="0"/>
          </a:p>
          <a:p>
            <a:r>
              <a:rPr lang="en-US" dirty="0" smtClean="0"/>
              <a:t>Test cases:</a:t>
            </a:r>
          </a:p>
          <a:p>
            <a:pPr marL="0" indent="0">
              <a:buNone/>
            </a:pPr>
            <a:r>
              <a:rPr lang="en-US" dirty="0" smtClean="0"/>
              <a:t>-positive test</a:t>
            </a:r>
          </a:p>
          <a:p>
            <a:pPr marL="0" indent="0">
              <a:buNone/>
            </a:pPr>
            <a:r>
              <a:rPr lang="en-US" dirty="0" smtClean="0"/>
              <a:t>-negative test</a:t>
            </a:r>
          </a:p>
          <a:p>
            <a:pPr marL="0" indent="0">
              <a:buNone/>
            </a:pPr>
            <a:r>
              <a:rPr lang="en-US" dirty="0" smtClean="0"/>
              <a:t>-stress test for negative input</a:t>
            </a:r>
          </a:p>
          <a:p>
            <a:pPr marL="0" indent="0">
              <a:buNone/>
            </a:pPr>
            <a:r>
              <a:rPr lang="en-US" dirty="0" smtClean="0"/>
              <a:t>-stress test</a:t>
            </a:r>
          </a:p>
          <a:p>
            <a:pPr marL="0" indent="0">
              <a:buNone/>
            </a:pPr>
            <a:r>
              <a:rPr lang="en-US" dirty="0" smtClean="0"/>
              <a:t>-positive test</a:t>
            </a:r>
          </a:p>
          <a:p>
            <a:pPr marL="0" indent="0">
              <a:buNone/>
            </a:pPr>
            <a:r>
              <a:rPr lang="en-US" dirty="0" smtClean="0"/>
              <a:t>-negative test</a:t>
            </a:r>
          </a:p>
          <a:p>
            <a:pPr marL="0" indent="0">
              <a:buNone/>
            </a:pPr>
            <a:r>
              <a:rPr lang="en-US" dirty="0" smtClean="0"/>
              <a:t>-stress test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94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200" dirty="0" smtClean="0"/>
              <a:t>[1] </a:t>
            </a:r>
            <a:r>
              <a:rPr lang="en-US" sz="2200" dirty="0">
                <a:hlinkClick r:id="rId2"/>
              </a:rPr>
              <a:t>http://</a:t>
            </a:r>
            <a:r>
              <a:rPr lang="en-US" sz="2200" dirty="0" smtClean="0">
                <a:hlinkClick r:id="rId2"/>
              </a:rPr>
              <a:t>www.vogella.com/tutorials/JUnit/article.html</a:t>
            </a:r>
            <a:endParaRPr lang="en-US" sz="2200" dirty="0" smtClean="0"/>
          </a:p>
          <a:p>
            <a:pPr marL="0" indent="0" algn="just">
              <a:buNone/>
            </a:pPr>
            <a:r>
              <a:rPr lang="en-US" altLang="zh-TW" sz="2200" dirty="0" smtClean="0"/>
              <a:t>[2] </a:t>
            </a:r>
            <a:r>
              <a:rPr lang="en-US" sz="2200" dirty="0">
                <a:hlinkClick r:id="rId3"/>
              </a:rPr>
              <a:t>http://junit.org</a:t>
            </a:r>
            <a:r>
              <a:rPr lang="en-US" sz="2200" dirty="0" smtClean="0">
                <a:hlinkClick r:id="rId3"/>
              </a:rPr>
              <a:t>/</a:t>
            </a:r>
            <a:endParaRPr lang="en-US" sz="2200" dirty="0" smtClean="0"/>
          </a:p>
          <a:p>
            <a:pPr marL="0" indent="0" algn="just">
              <a:buNone/>
            </a:pPr>
            <a:r>
              <a:rPr lang="en-US" sz="2200" dirty="0" smtClean="0"/>
              <a:t>[3]</a:t>
            </a:r>
            <a:r>
              <a:rPr lang="en-US" sz="2200" dirty="0"/>
              <a:t> </a:t>
            </a:r>
            <a:r>
              <a:rPr lang="en-US" sz="2200" dirty="0">
                <a:hlinkClick r:id="rId4"/>
              </a:rPr>
              <a:t>http://eclipse.org</a:t>
            </a:r>
            <a:r>
              <a:rPr lang="en-US" sz="2200" dirty="0" smtClean="0">
                <a:hlinkClick r:id="rId4"/>
              </a:rPr>
              <a:t>/</a:t>
            </a:r>
            <a:endParaRPr lang="en-US" sz="22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34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壁窗">
  <a:themeElements>
    <a:clrScheme name="壁窗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壁窗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壁窗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3577</TotalTime>
  <Words>258</Words>
  <Application>Microsoft Office PowerPoint</Application>
  <PresentationFormat>如螢幕大小 (4:3)</PresentationFormat>
  <Paragraphs>61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新細明體</vt:lpstr>
      <vt:lpstr>Calibri</vt:lpstr>
      <vt:lpstr>Century Schoolbook</vt:lpstr>
      <vt:lpstr>Wingdings</vt:lpstr>
      <vt:lpstr>Wingdings 2</vt:lpstr>
      <vt:lpstr>壁窗</vt:lpstr>
      <vt:lpstr>Junit Instructor (Eclipse) 2014/10/17</vt:lpstr>
      <vt:lpstr>Outline</vt:lpstr>
      <vt:lpstr>Junit test methods</vt:lpstr>
      <vt:lpstr>Junit assert types</vt:lpstr>
      <vt:lpstr>Sample demonstration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Editing by Viewing: Automatic Home Video Summarization by Viewing Behavior Analysis Wei-Ting Peng, Wei-Ta Chu, Chia-Han Chang, Chien-Nan Chou, Wei-Jia Huang, Wen-Yan Chang and Yi-Ping Hung IEEE TRANSACTIONS ON MULTIMEDIA, VOL. 13, NO. 3, JUNE 2011</dc:title>
  <dc:creator>shiuhungjr</dc:creator>
  <cp:lastModifiedBy>Farn Wang</cp:lastModifiedBy>
  <cp:revision>173</cp:revision>
  <dcterms:created xsi:type="dcterms:W3CDTF">2014-03-08T10:30:01Z</dcterms:created>
  <dcterms:modified xsi:type="dcterms:W3CDTF">2014-10-17T00:51:09Z</dcterms:modified>
</cp:coreProperties>
</file>