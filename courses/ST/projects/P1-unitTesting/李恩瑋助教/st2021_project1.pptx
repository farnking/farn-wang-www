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75106-4CBF-4C3B-8E66-10E17B7F5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C078838-1FCF-4C07-9B7E-625AC1E88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0EC284-B44D-4595-A45F-3473BCB09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7A08-6CA1-4A97-846D-72D4E79243A0}" type="datetimeFigureOut">
              <a:rPr lang="zh-TW" altLang="en-US" smtClean="0"/>
              <a:t>2021/3/16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63A118-3E62-456C-8E8A-5704D4B17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EB16E0-AA10-44C9-BF7F-991E9373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DDE56-537A-479B-BE75-FBE1C29CB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976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FDC5C0-CB25-46CC-972F-B495A0D3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0FCFCF-A825-4362-9CD8-C5D76C991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6BABAC-C31B-4108-90C9-8BD5CE6D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7A08-6CA1-4A97-846D-72D4E79243A0}" type="datetimeFigureOut">
              <a:rPr lang="zh-TW" altLang="en-US" smtClean="0"/>
              <a:t>2021/3/16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B96CBD-D29D-43CB-9780-910170E71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AC782E-6B41-45DD-A895-4B0E629B1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DDE56-537A-479B-BE75-FBE1C29CB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7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179ADE-28BF-4F82-A7CB-8E61969A7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116FA1-8B87-445B-B168-1B9D89761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8B0242-CAF0-478E-B0E8-60AD2B91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7A08-6CA1-4A97-846D-72D4E79243A0}" type="datetimeFigureOut">
              <a:rPr lang="zh-TW" altLang="en-US" smtClean="0"/>
              <a:t>2021/3/16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872D03-D8E3-4198-A24A-FF917856C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D72AB2-0736-4087-BBC7-12FD3614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DDE56-537A-479B-BE75-FBE1C29CB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287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74F0A5-ADF4-450F-9194-4A63B5D3F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E0EBB7-141C-402F-993B-66C2C519C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444D66E-E0C8-4C09-B216-074BC6923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7D7ED0-3BEE-4FE0-9C3F-4A1D9FB9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7A08-6CA1-4A97-846D-72D4E79243A0}" type="datetimeFigureOut">
              <a:rPr lang="zh-TW" altLang="en-US" smtClean="0"/>
              <a:t>2021/3/16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730F442-D954-4656-8A48-9BE0F7A32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33579E4-DC8E-4142-9062-574B7CF2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DDE56-537A-479B-BE75-FBE1C29CB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2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D79E7C-E811-40FE-989E-0BE92166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9A2C911-7E5F-45ED-B44F-97ED9E4BA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7E74118-FF9A-44A5-8239-1F756443F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90DCFC4-AF1D-41AA-AC77-19C668477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F49FEF-27F4-44F8-A55E-5D9283111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D4FD61E-5EB6-459D-95A4-A2AF6778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7A08-6CA1-4A97-846D-72D4E79243A0}" type="datetimeFigureOut">
              <a:rPr lang="zh-TW" altLang="en-US" smtClean="0"/>
              <a:t>2021/3/16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69EE017-3704-4D74-BC39-939AE7589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C956C5-0302-4C5C-878D-1C3B9F2C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DDE56-537A-479B-BE75-FBE1C29CB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963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824CD0-3E26-491E-8734-F1AEC01A4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DDD8A94-259C-4DD5-B889-CBBB73A06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7A08-6CA1-4A97-846D-72D4E79243A0}" type="datetimeFigureOut">
              <a:rPr lang="zh-TW" altLang="en-US" smtClean="0"/>
              <a:t>2021/3/16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481BF21-1C0C-412F-A434-0362D57FF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FA5269D-B409-4692-BA9E-59B5252A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DDE56-537A-479B-BE75-FBE1C29CB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4020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DC5D3C9-1D0B-44B6-8194-0C8827466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7A08-6CA1-4A97-846D-72D4E79243A0}" type="datetimeFigureOut">
              <a:rPr lang="zh-TW" altLang="en-US" smtClean="0"/>
              <a:t>2021/3/16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ED5FE91-B415-4705-A24D-16BDC996A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7FBBBD-AAA9-46C3-AA19-87423B27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DDE56-537A-479B-BE75-FBE1C29CB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135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3C4207-C417-4092-AEB1-80794188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559FB6-FB6E-423C-B68A-605ECC80C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15DE5A6-3D42-4241-857A-BF717C8F5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B80B41A-04FF-4070-A082-07D5734A3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7A08-6CA1-4A97-846D-72D4E79243A0}" type="datetimeFigureOut">
              <a:rPr lang="zh-TW" altLang="en-US" smtClean="0"/>
              <a:t>2021/3/16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141B8E1-0F9A-4C44-8358-72A46419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0CFD97-4DD1-461F-8BA4-E19A536B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DDE56-537A-479B-BE75-FBE1C29CB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32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8BC032-35AA-4C01-AFDF-C9C8DE67C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6B79B59-070E-4874-8EAC-2DB8018D6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25DCA71-5339-4E89-A13F-EEB905C7A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536678C-AD97-432E-9FA4-CFDBDA3A3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7A08-6CA1-4A97-846D-72D4E79243A0}" type="datetimeFigureOut">
              <a:rPr lang="zh-TW" altLang="en-US" smtClean="0"/>
              <a:t>2021/3/16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F715FC-A3D8-4201-A523-EF9121043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2CBC059-1061-47EC-BA8F-91F9726F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DDE56-537A-479B-BE75-FBE1C29CB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976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457D30-DDF6-47F8-A922-9B5AE5E6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500CCBD-5C3A-4FEF-9929-BDB888734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BA8463-2315-4CFA-A402-DACB4AF3A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7A08-6CA1-4A97-846D-72D4E79243A0}" type="datetimeFigureOut">
              <a:rPr lang="zh-TW" altLang="en-US" smtClean="0"/>
              <a:t>2021/3/16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B8D041-DE01-4EBF-AAC4-A1CAD735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796C1F-9EC5-428C-AB20-063FAB18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DDE56-537A-479B-BE75-FBE1C29CB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771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9360698-9237-46EB-9C7F-F34F129B5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E770973-C205-41FD-9EB9-1353762A1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39BCEF-4C9C-4125-BB89-5A7305720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7A08-6CA1-4A97-846D-72D4E79243A0}" type="datetimeFigureOut">
              <a:rPr lang="zh-TW" altLang="en-US" smtClean="0"/>
              <a:t>2021/3/16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CB5629-448A-406A-8119-83F2BF842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BDFAE8-AD8F-4CD8-AC5D-D8FEEFFB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DDE56-537A-479B-BE75-FBE1C29CB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889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7F12D40-750B-4A74-8BFF-D40CB5FF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E7E2CA-7A99-4630-BDF0-A4CFCD93C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724875-7DCA-425B-93ED-94DCF6ECD7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97A08-6CA1-4A97-846D-72D4E79243A0}" type="datetimeFigureOut">
              <a:rPr lang="zh-TW" altLang="en-US" smtClean="0"/>
              <a:t>2021/3/16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C6F83E-AC23-444D-B114-1390CE28E6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DB3F41-281D-492E-B790-42031968C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DDE56-537A-479B-BE75-FBE1C29CB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53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A8BC50-75F0-47C7-AF7C-DE0915545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1658"/>
            <a:ext cx="9144000" cy="2387600"/>
          </a:xfrm>
        </p:spPr>
        <p:txBody>
          <a:bodyPr>
            <a:noAutofit/>
          </a:bodyPr>
          <a:lstStyle/>
          <a:p>
            <a:r>
              <a:rPr lang="en-US" altLang="zh-TW" b="1" dirty="0"/>
              <a:t>Software testing </a:t>
            </a:r>
            <a:br>
              <a:rPr lang="en-US" altLang="zh-TW" b="1" dirty="0"/>
            </a:br>
            <a:r>
              <a:rPr lang="en-US" altLang="zh-TW" b="1" dirty="0"/>
              <a:t>Project1</a:t>
            </a:r>
            <a:br>
              <a:rPr lang="en-US" altLang="zh-TW" b="1" dirty="0"/>
            </a:br>
            <a:r>
              <a:rPr lang="en-US" altLang="zh-TW" b="1" dirty="0"/>
              <a:t>Unit test</a:t>
            </a:r>
            <a:endParaRPr lang="zh-TW" altLang="en-US" b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1834D30-57DC-4119-B4C3-40C6916A6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8758"/>
            <a:ext cx="9144000" cy="1655762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授課教師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王凡教授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助教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李恩瑋</a:t>
            </a:r>
          </a:p>
        </p:txBody>
      </p:sp>
    </p:spTree>
    <p:extLst>
      <p:ext uri="{BB962C8B-B14F-4D97-AF65-F5344CB8AC3E}">
        <p14:creationId xmlns:p14="http://schemas.microsoft.com/office/powerpoint/2010/main" val="4149687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D8F9A2-46EF-4A55-AA60-3CFF9BD4E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Unit Test-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單元測試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2A1F7C-E69A-45C7-99D7-8CA1E25A0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對於程式碼中的單元如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class, function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等進行測試的方法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本次作業我們將用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python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中的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unittest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模組練習撰寫單元測試程式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由於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unittest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為標準函數庫中的模組，不須另外安裝，只要有裝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python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都能用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8114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D36AB-49E0-4481-94B9-0F35B9DCA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34" y="2651347"/>
            <a:ext cx="6237732" cy="1325563"/>
          </a:xfrm>
        </p:spPr>
        <p:txBody>
          <a:bodyPr/>
          <a:lstStyle/>
          <a:p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unittest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簡單使用教學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EB8E71-F0FC-4DFC-8F59-32B553868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801241"/>
            <a:ext cx="10515600" cy="4351338"/>
          </a:xfrm>
        </p:spPr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3948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20A3E5-A082-4F8C-80A0-1E1F3216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5EF17D-8A50-4ADB-8A30-46DAED5F7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EB2ED89-AB5E-4DC1-BAC3-D791D38BB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365125"/>
            <a:ext cx="8201025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224DE3-8020-478C-9759-EEB50B5E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A62E3D-4012-48A9-8693-9E42A33FF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D3121E7-DB06-4932-A911-7AB22C055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256" y="3181350"/>
            <a:ext cx="1039177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19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A6FCE-69C4-4D6B-B505-997C1C1A5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74867D-F523-4B56-BCD0-F8FF9B06D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082272" cy="4351338"/>
          </a:xfrm>
        </p:spPr>
        <p:txBody>
          <a:bodyPr>
            <a:normAutofit fontScale="92500"/>
          </a:bodyPr>
          <a:lstStyle/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官方文件連結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https://docs.python.org/zh-tw/3/library/unittest.html#assert-methods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4EE596-462B-4685-BCF6-177821E3A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365125"/>
            <a:ext cx="93916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88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314EF6-11B5-4C2A-8718-AB07A46F6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作業要求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4CC43A-15EF-4FD4-9AB9-65E5017C9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unnitest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模組中的函數完成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st2021_project1.py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檔案中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test function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的撰寫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如果發現任一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function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有錯誤，請訂正他，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function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的功能描述請看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function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中的註解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6E80C40-76BA-483F-AD7E-811492D7D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81" y="3885922"/>
            <a:ext cx="4890294" cy="229104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82AE283-29BE-4098-9D1F-5683738C4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110" y="3710872"/>
            <a:ext cx="6372554" cy="246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5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55DF24-AB5B-40F9-B75A-34DECD5EC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計分方式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F991DD-6289-45AF-ADEA-2F6B0DB59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test function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的撰寫加上該題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function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的訂正，即得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分，任一題號其中一部分未完成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只寫了測試函數或只訂正了原函數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，該題只得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上傳檔名為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“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學號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_project1.py”(EX:r12345678_project1.py)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，不符格式會扣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作業繳交截止日期為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4/7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，請準時繳交作業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0825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232</Words>
  <Application>Microsoft Office PowerPoint</Application>
  <PresentationFormat>寬螢幕</PresentationFormat>
  <Paragraphs>32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標楷體</vt:lpstr>
      <vt:lpstr>Arial</vt:lpstr>
      <vt:lpstr>Calibri</vt:lpstr>
      <vt:lpstr>Calibri Light</vt:lpstr>
      <vt:lpstr>Office 佈景主題</vt:lpstr>
      <vt:lpstr>Software testing  Project1 Unit test</vt:lpstr>
      <vt:lpstr>Unit Test-單元測試</vt:lpstr>
      <vt:lpstr>unittest簡單使用教學</vt:lpstr>
      <vt:lpstr>PowerPoint 簡報</vt:lpstr>
      <vt:lpstr>PowerPoint 簡報</vt:lpstr>
      <vt:lpstr>PowerPoint 簡報</vt:lpstr>
      <vt:lpstr>作業要求</vt:lpstr>
      <vt:lpstr>計分方式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Project1 Unit testing</dc:title>
  <dc:creator>李恩瑋</dc:creator>
  <cp:lastModifiedBy>李恩瑋</cp:lastModifiedBy>
  <cp:revision>19</cp:revision>
  <dcterms:created xsi:type="dcterms:W3CDTF">2021-03-16T12:51:17Z</dcterms:created>
  <dcterms:modified xsi:type="dcterms:W3CDTF">2021-03-16T14:10:34Z</dcterms:modified>
</cp:coreProperties>
</file>