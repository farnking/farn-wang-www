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Lst>
  <p:sldSz cx="13004800" cy="97536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ctr" defTabSz="584200" rtl="0" fontAlgn="auto" latinLnBrk="0" hangingPunct="0">
      <a:lnSpc>
        <a:spcPct val="100000"/>
      </a:lnSpc>
      <a:spcBef>
        <a:spcPts val="0"/>
      </a:spcBef>
      <a:spcAft>
        <a:spcPts val="0"/>
      </a:spcAft>
      <a:buClrTx/>
      <a:buSzTx/>
      <a:buFontTx/>
      <a:buNone/>
      <a:tabLst/>
      <a:defRPr b="1" baseline="0" cap="none" i="0" spc="0" strike="noStrike" sz="2400" u="none" kumimoji="0" normalizeH="0">
        <a:ln>
          <a:noFill/>
        </a:ln>
        <a:solidFill>
          <a:srgbClr val="000000"/>
        </a:solidFill>
        <a:effectLst/>
        <a:uFillTx/>
        <a:latin typeface="Helvetica Neue"/>
        <a:ea typeface="Helvetica Neue"/>
        <a:cs typeface="Helvetica Neue"/>
        <a:sym typeface="Helvetica Neue"/>
      </a:defRPr>
    </a:lvl1pPr>
    <a:lvl2pPr marL="0" marR="0" indent="228600" algn="ctr" defTabSz="584200" rtl="0" fontAlgn="auto" latinLnBrk="0" hangingPunct="0">
      <a:lnSpc>
        <a:spcPct val="100000"/>
      </a:lnSpc>
      <a:spcBef>
        <a:spcPts val="0"/>
      </a:spcBef>
      <a:spcAft>
        <a:spcPts val="0"/>
      </a:spcAft>
      <a:buClrTx/>
      <a:buSzTx/>
      <a:buFontTx/>
      <a:buNone/>
      <a:tabLst/>
      <a:defRPr b="1" baseline="0" cap="none" i="0" spc="0" strike="noStrike" sz="2400" u="none" kumimoji="0" normalizeH="0">
        <a:ln>
          <a:noFill/>
        </a:ln>
        <a:solidFill>
          <a:srgbClr val="000000"/>
        </a:solidFill>
        <a:effectLst/>
        <a:uFillTx/>
        <a:latin typeface="Helvetica Neue"/>
        <a:ea typeface="Helvetica Neue"/>
        <a:cs typeface="Helvetica Neue"/>
        <a:sym typeface="Helvetica Neue"/>
      </a:defRPr>
    </a:lvl2pPr>
    <a:lvl3pPr marL="0" marR="0" indent="457200" algn="ctr" defTabSz="584200" rtl="0" fontAlgn="auto" latinLnBrk="0" hangingPunct="0">
      <a:lnSpc>
        <a:spcPct val="100000"/>
      </a:lnSpc>
      <a:spcBef>
        <a:spcPts val="0"/>
      </a:spcBef>
      <a:spcAft>
        <a:spcPts val="0"/>
      </a:spcAft>
      <a:buClrTx/>
      <a:buSzTx/>
      <a:buFontTx/>
      <a:buNone/>
      <a:tabLst/>
      <a:defRPr b="1" baseline="0" cap="none" i="0" spc="0" strike="noStrike" sz="2400" u="none" kumimoji="0" normalizeH="0">
        <a:ln>
          <a:noFill/>
        </a:ln>
        <a:solidFill>
          <a:srgbClr val="000000"/>
        </a:solidFill>
        <a:effectLst/>
        <a:uFillTx/>
        <a:latin typeface="Helvetica Neue"/>
        <a:ea typeface="Helvetica Neue"/>
        <a:cs typeface="Helvetica Neue"/>
        <a:sym typeface="Helvetica Neue"/>
      </a:defRPr>
    </a:lvl3pPr>
    <a:lvl4pPr marL="0" marR="0" indent="685800" algn="ctr" defTabSz="584200" rtl="0" fontAlgn="auto" latinLnBrk="0" hangingPunct="0">
      <a:lnSpc>
        <a:spcPct val="100000"/>
      </a:lnSpc>
      <a:spcBef>
        <a:spcPts val="0"/>
      </a:spcBef>
      <a:spcAft>
        <a:spcPts val="0"/>
      </a:spcAft>
      <a:buClrTx/>
      <a:buSzTx/>
      <a:buFontTx/>
      <a:buNone/>
      <a:tabLst/>
      <a:defRPr b="1" baseline="0" cap="none" i="0" spc="0" strike="noStrike" sz="2400" u="none" kumimoji="0" normalizeH="0">
        <a:ln>
          <a:noFill/>
        </a:ln>
        <a:solidFill>
          <a:srgbClr val="000000"/>
        </a:solidFill>
        <a:effectLst/>
        <a:uFillTx/>
        <a:latin typeface="Helvetica Neue"/>
        <a:ea typeface="Helvetica Neue"/>
        <a:cs typeface="Helvetica Neue"/>
        <a:sym typeface="Helvetica Neue"/>
      </a:defRPr>
    </a:lvl4pPr>
    <a:lvl5pPr marL="0" marR="0" indent="914400" algn="ctr" defTabSz="584200" rtl="0" fontAlgn="auto" latinLnBrk="0" hangingPunct="0">
      <a:lnSpc>
        <a:spcPct val="100000"/>
      </a:lnSpc>
      <a:spcBef>
        <a:spcPts val="0"/>
      </a:spcBef>
      <a:spcAft>
        <a:spcPts val="0"/>
      </a:spcAft>
      <a:buClrTx/>
      <a:buSzTx/>
      <a:buFontTx/>
      <a:buNone/>
      <a:tabLst/>
      <a:defRPr b="1" baseline="0" cap="none" i="0" spc="0" strike="noStrike" sz="2400" u="none" kumimoji="0" normalizeH="0">
        <a:ln>
          <a:noFill/>
        </a:ln>
        <a:solidFill>
          <a:srgbClr val="000000"/>
        </a:solidFill>
        <a:effectLst/>
        <a:uFillTx/>
        <a:latin typeface="Helvetica Neue"/>
        <a:ea typeface="Helvetica Neue"/>
        <a:cs typeface="Helvetica Neue"/>
        <a:sym typeface="Helvetica Neue"/>
      </a:defRPr>
    </a:lvl5pPr>
    <a:lvl6pPr marL="0" marR="0" indent="1143000" algn="ctr" defTabSz="584200" rtl="0" fontAlgn="auto" latinLnBrk="0" hangingPunct="0">
      <a:lnSpc>
        <a:spcPct val="100000"/>
      </a:lnSpc>
      <a:spcBef>
        <a:spcPts val="0"/>
      </a:spcBef>
      <a:spcAft>
        <a:spcPts val="0"/>
      </a:spcAft>
      <a:buClrTx/>
      <a:buSzTx/>
      <a:buFontTx/>
      <a:buNone/>
      <a:tabLst/>
      <a:defRPr b="1" baseline="0" cap="none" i="0" spc="0" strike="noStrike" sz="2400" u="none" kumimoji="0" normalizeH="0">
        <a:ln>
          <a:noFill/>
        </a:ln>
        <a:solidFill>
          <a:srgbClr val="000000"/>
        </a:solidFill>
        <a:effectLst/>
        <a:uFillTx/>
        <a:latin typeface="Helvetica Neue"/>
        <a:ea typeface="Helvetica Neue"/>
        <a:cs typeface="Helvetica Neue"/>
        <a:sym typeface="Helvetica Neue"/>
      </a:defRPr>
    </a:lvl6pPr>
    <a:lvl7pPr marL="0" marR="0" indent="1371600" algn="ctr" defTabSz="584200" rtl="0" fontAlgn="auto" latinLnBrk="0" hangingPunct="0">
      <a:lnSpc>
        <a:spcPct val="100000"/>
      </a:lnSpc>
      <a:spcBef>
        <a:spcPts val="0"/>
      </a:spcBef>
      <a:spcAft>
        <a:spcPts val="0"/>
      </a:spcAft>
      <a:buClrTx/>
      <a:buSzTx/>
      <a:buFontTx/>
      <a:buNone/>
      <a:tabLst/>
      <a:defRPr b="1" baseline="0" cap="none" i="0" spc="0" strike="noStrike" sz="2400" u="none" kumimoji="0" normalizeH="0">
        <a:ln>
          <a:noFill/>
        </a:ln>
        <a:solidFill>
          <a:srgbClr val="000000"/>
        </a:solidFill>
        <a:effectLst/>
        <a:uFillTx/>
        <a:latin typeface="Helvetica Neue"/>
        <a:ea typeface="Helvetica Neue"/>
        <a:cs typeface="Helvetica Neue"/>
        <a:sym typeface="Helvetica Neue"/>
      </a:defRPr>
    </a:lvl7pPr>
    <a:lvl8pPr marL="0" marR="0" indent="1600200" algn="ctr" defTabSz="584200" rtl="0" fontAlgn="auto" latinLnBrk="0" hangingPunct="0">
      <a:lnSpc>
        <a:spcPct val="100000"/>
      </a:lnSpc>
      <a:spcBef>
        <a:spcPts val="0"/>
      </a:spcBef>
      <a:spcAft>
        <a:spcPts val="0"/>
      </a:spcAft>
      <a:buClrTx/>
      <a:buSzTx/>
      <a:buFontTx/>
      <a:buNone/>
      <a:tabLst/>
      <a:defRPr b="1" baseline="0" cap="none" i="0" spc="0" strike="noStrike" sz="2400" u="none" kumimoji="0" normalizeH="0">
        <a:ln>
          <a:noFill/>
        </a:ln>
        <a:solidFill>
          <a:srgbClr val="000000"/>
        </a:solidFill>
        <a:effectLst/>
        <a:uFillTx/>
        <a:latin typeface="Helvetica Neue"/>
        <a:ea typeface="Helvetica Neue"/>
        <a:cs typeface="Helvetica Neue"/>
        <a:sym typeface="Helvetica Neue"/>
      </a:defRPr>
    </a:lvl8pPr>
    <a:lvl9pPr marL="0" marR="0" indent="1828800" algn="ctr" defTabSz="584200" rtl="0" fontAlgn="auto" latinLnBrk="0" hangingPunct="0">
      <a:lnSpc>
        <a:spcPct val="100000"/>
      </a:lnSpc>
      <a:spcBef>
        <a:spcPts val="0"/>
      </a:spcBef>
      <a:spcAft>
        <a:spcPts val="0"/>
      </a:spcAft>
      <a:buClrTx/>
      <a:buSzTx/>
      <a:buFontTx/>
      <a:buNone/>
      <a:tabLst/>
      <a:defRPr b="1" baseline="0" cap="none" i="0" spc="0" strike="noStrike" sz="2400" u="none" kumimoji="0" normalizeH="0">
        <a:ln>
          <a:noFill/>
        </a:ln>
        <a:solidFill>
          <a:srgbClr val="000000"/>
        </a:solidFill>
        <a:effectLst/>
        <a:uFillTx/>
        <a:latin typeface="Helvetica Neue"/>
        <a:ea typeface="Helvetica Neue"/>
        <a:cs typeface="Helvetica Neue"/>
        <a:sym typeface="Helvetica Neue"/>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
          <a:latin typeface="Helvetica Neue"/>
          <a:ea typeface="Helvetica Neue"/>
          <a:cs typeface="Helvetica Neue"/>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wholeTbl>
    <a:band2H>
      <a:tcTxStyle b="def" i="def"/>
      <a:tcStyle>
        <a:tcBdr/>
        <a:fill>
          <a:solidFill>
            <a:srgbClr val="E3E5E8"/>
          </a:solidFill>
        </a:fill>
      </a:tcStyle>
    </a:band2H>
    <a:firstCol>
      <a:tcTxStyle b="on"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lumOff val="-13575"/>
            </a:schemeClr>
          </a:solidFill>
        </a:fill>
      </a:tcStyle>
    </a:firstCol>
    <a:lastRow>
      <a:tcTxStyle b="off" i="off">
        <a:font>
          <a:latin typeface="Helvetica Neue"/>
          <a:ea typeface="Helvetica Neue"/>
          <a:cs typeface="Helvetica Neue"/>
        </a:font>
        <a:srgbClr val="000000"/>
      </a:tcTxStyle>
      <a:tcStyle>
        <a:tcBdr>
          <a:left>
            <a:ln w="12700" cap="flat">
              <a:noFill/>
              <a:miter lim="400000"/>
            </a:ln>
          </a:left>
          <a:right>
            <a:ln w="12700" cap="flat">
              <a:noFill/>
              <a:miter lim="400000"/>
            </a:ln>
          </a:right>
          <a:top>
            <a:ln w="12700" cap="flat">
              <a:solidFill>
                <a:srgbClr val="3797C6"/>
              </a:solidFill>
              <a:prstDash val="solid"/>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lastRow>
    <a:firstRow>
      <a:tcTxStyle b="on"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hueOff val="114395"/>
              <a:lumOff val="-24975"/>
            </a:schemeClr>
          </a:solidFill>
        </a:fill>
      </a:tcStyle>
    </a:firstRow>
  </a:tblStyle>
  <a:tblStyle styleId="{C7B018BB-80A7-4F77-B60F-C8B233D01FF8}" styleName="">
    <a:tblBg/>
    <a:wholeTbl>
      <a:tcTxStyle b="off" i="off">
        <a:font>
          <a:latin typeface="Helvetica Neue"/>
          <a:ea typeface="Helvetica Neue"/>
          <a:cs typeface="Helvetica Neue"/>
        </a:font>
        <a:srgbClr val="000000"/>
      </a:tcTxStyle>
      <a:tcStyle>
        <a:tcBdr>
          <a:left>
            <a:ln w="12700" cap="flat">
              <a:solidFill>
                <a:srgbClr val="B8B8B8"/>
              </a:solidFill>
              <a:prstDash val="solid"/>
              <a:miter lim="400000"/>
            </a:ln>
          </a:left>
          <a:right>
            <a:ln w="12700" cap="flat">
              <a:solidFill>
                <a:srgbClr val="B8B8B8"/>
              </a:solidFill>
              <a:prstDash val="solid"/>
              <a:miter lim="400000"/>
            </a:ln>
          </a:right>
          <a:top>
            <a:ln w="12700" cap="flat">
              <a:solidFill>
                <a:srgbClr val="B8B8B8"/>
              </a:solidFill>
              <a:prstDash val="solid"/>
              <a:miter lim="400000"/>
            </a:ln>
          </a:top>
          <a:bottom>
            <a:ln w="12700" cap="flat">
              <a:solidFill>
                <a:srgbClr val="B8B8B8"/>
              </a:solidFill>
              <a:prstDash val="solid"/>
              <a:miter lim="400000"/>
            </a:ln>
          </a:bottom>
          <a:insideH>
            <a:ln w="12700" cap="flat">
              <a:solidFill>
                <a:srgbClr val="B8B8B8"/>
              </a:solidFill>
              <a:prstDash val="solid"/>
              <a:miter lim="400000"/>
            </a:ln>
          </a:insideH>
          <a:insideV>
            <a:ln w="12700" cap="flat">
              <a:solidFill>
                <a:srgbClr val="B8B8B8"/>
              </a:solidFill>
              <a:prstDash val="solid"/>
              <a:miter lim="400000"/>
            </a:ln>
          </a:insideV>
        </a:tcBdr>
        <a:fill>
          <a:solidFill>
            <a:srgbClr val="EBEBEB"/>
          </a:solidFill>
        </a:fill>
      </a:tcStyle>
    </a:wholeTbl>
    <a:band2H>
      <a:tcTxStyle b="def" i="def"/>
      <a:tcStyle>
        <a:tcBdr/>
        <a:fill>
          <a:solidFill>
            <a:srgbClr val="E1E0DA"/>
          </a:solidFill>
        </a:fill>
      </a:tcStyle>
    </a:band2H>
    <a:firstCol>
      <a:tcTxStyle b="off" i="off">
        <a:fontRef idx="minor">
          <a:srgbClr val="FFFFFF"/>
        </a:fontRef>
        <a:srgbClr val="FFFFFF"/>
      </a:tcTxStyle>
      <a:tcStyle>
        <a:tcBdr>
          <a:left>
            <a:ln w="12700" cap="flat">
              <a:solidFill>
                <a:srgbClr val="606060"/>
              </a:solidFill>
              <a:prstDash val="solid"/>
              <a:miter lim="400000"/>
            </a:ln>
          </a:left>
          <a:right>
            <a:ln w="12700" cap="flat">
              <a:solidFill>
                <a:srgbClr val="606060"/>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chemeClr val="accent3">
              <a:hueOff val="362282"/>
              <a:satOff val="31803"/>
              <a:lumOff val="-18242"/>
            </a:schemeClr>
          </a:solidFill>
        </a:fill>
      </a:tcStyle>
    </a:firstCol>
    <a:lastRow>
      <a:tcTxStyle b="off" i="off">
        <a:font>
          <a:latin typeface="Helvetica Neue"/>
          <a:ea typeface="Helvetica Neue"/>
          <a:cs typeface="Helvetica Neue"/>
        </a:font>
        <a:srgbClr val="000000"/>
      </a:tcTxStyle>
      <a:tcStyle>
        <a:tcBdr>
          <a:left>
            <a:ln w="12700" cap="flat">
              <a:solidFill>
                <a:srgbClr val="606060"/>
              </a:solidFill>
              <a:prstDash val="solid"/>
              <a:miter lim="400000"/>
            </a:ln>
          </a:left>
          <a:right>
            <a:ln w="12700" cap="flat">
              <a:solidFill>
                <a:srgbClr val="606060"/>
              </a:solidFill>
              <a:prstDash val="solid"/>
              <a:miter lim="400000"/>
            </a:ln>
          </a:right>
          <a:top>
            <a:ln w="254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rgbClr val="EBEBEB"/>
          </a:solidFill>
        </a:fill>
      </a:tcStyle>
    </a:lastRow>
    <a:firstRow>
      <a:tcTxStyle b="off" i="off">
        <a:fontRef idx="minor">
          <a:srgbClr val="FFFFFF"/>
        </a:fontRef>
        <a:srgbClr val="FFFFFF"/>
      </a:tcTxStyle>
      <a:tcStyle>
        <a:tcBdr>
          <a:left>
            <a:ln w="12700" cap="flat">
              <a:solidFill>
                <a:srgbClr val="929292"/>
              </a:solidFill>
              <a:prstDash val="solid"/>
              <a:miter lim="400000"/>
            </a:ln>
          </a:left>
          <a:right>
            <a:ln w="12700" cap="flat">
              <a:solidFill>
                <a:srgbClr val="929292"/>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929292"/>
              </a:solidFill>
              <a:prstDash val="solid"/>
              <a:miter lim="400000"/>
            </a:ln>
          </a:insideH>
          <a:insideV>
            <a:ln w="12700" cap="flat">
              <a:solidFill>
                <a:srgbClr val="929292"/>
              </a:solidFill>
              <a:prstDash val="solid"/>
              <a:miter lim="400000"/>
            </a:ln>
          </a:insideV>
        </a:tcBdr>
        <a:fill>
          <a:solidFill>
            <a:srgbClr val="017101"/>
          </a:solidFill>
        </a:fill>
      </a:tcStyle>
    </a:firstRow>
  </a:tblStyle>
  <a:tblStyle styleId="{EEE7283C-3CF3-47DC-8721-378D4A62B228}" styleName="">
    <a:tblBg/>
    <a:wholeTbl>
      <a:tcTxStyle b="off" i="off">
        <a:font>
          <a:latin typeface="Helvetica Neue Light"/>
          <a:ea typeface="Helvetica Neue Light"/>
          <a:cs typeface="Helvetica Neue Light"/>
        </a:font>
        <a:srgbClr val="000000"/>
      </a:tcTxStyle>
      <a:tcStyle>
        <a:tcBdr>
          <a:left>
            <a:ln w="12700" cap="flat">
              <a:solidFill>
                <a:srgbClr val="5D5D5D"/>
              </a:solidFill>
              <a:custDash>
                <a:ds d="200000" sp="200000"/>
              </a:custDash>
              <a:miter lim="400000"/>
            </a:ln>
          </a:left>
          <a:right>
            <a:ln w="12700" cap="flat">
              <a:solidFill>
                <a:srgbClr val="5D5D5D"/>
              </a:solidFill>
              <a:custDash>
                <a:ds d="200000" sp="200000"/>
              </a:custDash>
              <a:miter lim="400000"/>
            </a:ln>
          </a:right>
          <a:top>
            <a:ln w="12700" cap="flat">
              <a:solidFill>
                <a:srgbClr val="5D5D5D"/>
              </a:solidFill>
              <a:custDash>
                <a:ds d="200000" sp="200000"/>
              </a:custDash>
              <a:miter lim="400000"/>
            </a:ln>
          </a:top>
          <a:bottom>
            <a:ln w="12700" cap="flat">
              <a:solidFill>
                <a:srgbClr val="5D5D5D"/>
              </a:solidFill>
              <a:custDash>
                <a:ds d="200000" sp="200000"/>
              </a:custDash>
              <a:miter lim="400000"/>
            </a:ln>
          </a:bottom>
          <a:insideH>
            <a:ln w="12700" cap="flat">
              <a:solidFill>
                <a:srgbClr val="5D5D5D"/>
              </a:solidFill>
              <a:custDash>
                <a:ds d="200000" sp="200000"/>
              </a:custDash>
              <a:miter lim="400000"/>
            </a:ln>
          </a:insideH>
          <a:insideV>
            <a:ln w="12700" cap="flat">
              <a:solidFill>
                <a:srgbClr val="5D5D5D"/>
              </a:solidFill>
              <a:custDash>
                <a:ds d="200000" sp="200000"/>
              </a:custDash>
              <a:miter lim="400000"/>
            </a:ln>
          </a:insideV>
        </a:tcBdr>
        <a:fill>
          <a:solidFill>
            <a:srgbClr val="FAF7E9"/>
          </a:solidFill>
        </a:fill>
      </a:tcStyle>
    </a:wholeTbl>
    <a:band2H>
      <a:tcTxStyle b="def" i="def"/>
      <a:tcStyle>
        <a:tcBdr/>
        <a:fill>
          <a:solidFill>
            <a:srgbClr val="EDEADD"/>
          </a:solidFill>
        </a:fill>
      </a:tcStyle>
    </a:band2H>
    <a:firstCol>
      <a:tcTxStyle b="off" i="off">
        <a:fontRef idx="minor">
          <a:srgbClr val="FFFFFF"/>
        </a:fontRef>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F9BA00"/>
          </a:solidFill>
        </a:fill>
      </a:tcStyle>
    </a:firstCol>
    <a:lastRow>
      <a:tcTxStyle b="off" i="off">
        <a:fontRef idx="minor">
          <a:srgbClr val="FFFFFF"/>
        </a:fontRef>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FF9400"/>
          </a:solidFill>
        </a:fill>
      </a:tcStyle>
    </a:lastRow>
    <a:firstRow>
      <a:tcTxStyle b="off" i="off">
        <a:fontRef idx="minor">
          <a:srgbClr val="FFFFFF"/>
        </a:fontRef>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FF9400"/>
          </a:solidFill>
        </a:fill>
      </a:tcStyle>
    </a:firstRow>
  </a:tblStyle>
  <a:tblStyle styleId="{CF821DB8-F4EB-4A41-A1BA-3FCAFE7338EE}" styleName="">
    <a:tblBg/>
    <a:wholeTbl>
      <a:tcTxStyle b="off" i="off">
        <a:font>
          <a:latin typeface="Helvetica Neue"/>
          <a:ea typeface="Helvetica Neue"/>
          <a:cs typeface="Helvetica Neue"/>
        </a:font>
        <a:srgbClr val="000000"/>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EBEBEB"/>
          </a:solidFill>
        </a:fill>
      </a:tcStyle>
    </a:wholeTbl>
    <a:band2H>
      <a:tcTxStyle b="def" i="def"/>
      <a:tcStyle>
        <a:tcBdr/>
        <a:fill>
          <a:solidFill>
            <a:srgbClr val="DADBDA"/>
          </a:solidFill>
        </a:fill>
      </a:tcStyle>
    </a:band2H>
    <a:firstCol>
      <a:tcTxStyle b="on" i="off">
        <a:font>
          <a:latin typeface="Helvetica Neue"/>
          <a:ea typeface="Helvetica Neue"/>
          <a:cs typeface="Helvetica Neue"/>
        </a:font>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chemeClr val="accent6">
              <a:hueOff val="-146070"/>
              <a:satOff val="-10048"/>
              <a:lumOff val="-30626"/>
            </a:schemeClr>
          </a:solidFill>
        </a:fill>
      </a:tcStyle>
    </a:firstCol>
    <a:lastRow>
      <a:tcTxStyle b="on" i="off">
        <a:font>
          <a:latin typeface="Helvetica Neue"/>
          <a:ea typeface="Helvetica Neue"/>
          <a:cs typeface="Helvetica Neue"/>
        </a:font>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C24785"/>
          </a:solidFill>
        </a:fill>
      </a:tcStyle>
    </a:lastRow>
    <a:firstRow>
      <a:tcTxStyle b="on" i="off">
        <a:font>
          <a:latin typeface="Helvetica Neue"/>
          <a:ea typeface="Helvetica Neue"/>
          <a:cs typeface="Helvetica Neue"/>
        </a:font>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C24785"/>
          </a:solidFill>
        </a:fill>
      </a:tcStyle>
    </a:firstRow>
  </a:tblStyle>
  <a:tblStyle styleId="{33BA23B1-9221-436E-865A-0063620EA4FD}" styleName="">
    <a:tblBg/>
    <a:wholeTbl>
      <a:tcTxStyle b="off" i="off">
        <a:font>
          <a:latin typeface="Helvetica Neue"/>
          <a:ea typeface="Helvetica Neue"/>
          <a:cs typeface="Helvetica Neue"/>
        </a:font>
        <a:srgbClr val="000000"/>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B5B5C1"/>
          </a:solidFill>
        </a:fill>
      </a:tcStyle>
    </a:wholeTbl>
    <a:band2H>
      <a:tcTxStyle b="def" i="def"/>
      <a:tcStyle>
        <a:tcBdr/>
        <a:fill>
          <a:solidFill>
            <a:srgbClr val="9A9AA5"/>
          </a:solidFill>
        </a:fill>
      </a:tcStyle>
    </a:band2H>
    <a:firstCol>
      <a:tcTxStyle b="on" i="off">
        <a:font>
          <a:latin typeface="Helvetica Neue"/>
          <a:ea typeface="Helvetica Neue"/>
          <a:cs typeface="Helvetica Neue"/>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53585F"/>
          </a:solidFill>
        </a:fill>
      </a:tcStyle>
    </a:firstCol>
    <a:lastRow>
      <a:tcTxStyle b="on" i="off">
        <a:font>
          <a:latin typeface="Helvetica Neue"/>
          <a:ea typeface="Helvetica Neue"/>
          <a:cs typeface="Helvetica Neue"/>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798089"/>
          </a:solidFill>
        </a:fill>
      </a:tcStyle>
    </a:lastRow>
    <a:firstRow>
      <a:tcTxStyle b="on" i="off">
        <a:font>
          <a:latin typeface="Helvetica Neue"/>
          <a:ea typeface="Helvetica Neue"/>
          <a:cs typeface="Helvetica Neue"/>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798089"/>
          </a:solidFill>
        </a:fill>
      </a:tcStyle>
    </a:firstRow>
  </a:tblStyle>
  <a:tblStyle styleId="{2708684C-4D16-4618-839F-0558EEFCDFE6}" styleName="">
    <a:tblBg/>
    <a:wholeTbl>
      <a:tcTxStyle b="off" i="off">
        <a:font>
          <a:latin typeface="Helvetica Neue"/>
          <a:ea typeface="Helvetica Neue"/>
          <a:cs typeface="Helvetica Neue"/>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wholeTbl>
    <a:band2H>
      <a:tcTxStyle b="def" i="def"/>
      <a:tcStyle>
        <a:tcBdr/>
        <a:fill>
          <a:solidFill>
            <a:srgbClr val="EDEEEE"/>
          </a:solidFill>
        </a:fill>
      </a:tcStyle>
    </a:band2H>
    <a:firstCol>
      <a:tcTxStyle b="on" i="off">
        <a:font>
          <a:latin typeface="Helvetica Neue"/>
          <a:ea typeface="Helvetica Neue"/>
          <a:cs typeface="Helvetica Neue"/>
        </a:font>
        <a:srgbClr val="000000"/>
      </a:tcTxStyle>
      <a:tcStyle>
        <a:tcBdr>
          <a:left>
            <a:ln w="12700" cap="flat">
              <a:noFill/>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Col>
    <a:lastRow>
      <a:tcTxStyle b="on" i="off">
        <a:font>
          <a:latin typeface="Helvetica Neue"/>
          <a:ea typeface="Helvetica Neue"/>
          <a:cs typeface="Helvetica Neue"/>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prstDash val="solid"/>
              <a:miter lim="400000"/>
            </a:ln>
          </a:top>
          <a:bottom>
            <a:ln w="12700" cap="flat">
              <a:noFill/>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lastRow>
    <a:firstRow>
      <a:tcTxStyle b="on" i="off">
        <a:font>
          <a:latin typeface="Helvetica Neue"/>
          <a:ea typeface="Helvetica Neue"/>
          <a:cs typeface="Helvetica Neue"/>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noFill/>
              <a:miter lim="400000"/>
            </a:ln>
          </a:top>
          <a:bottom>
            <a:ln w="12700" cap="flat">
              <a:solidFill>
                <a:srgbClr val="000000"/>
              </a:solidFill>
              <a:prstDash val="solid"/>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16" name="Shape 116"/>
          <p:cNvSpPr/>
          <p:nvPr>
            <p:ph type="sldImg"/>
          </p:nvPr>
        </p:nvSpPr>
        <p:spPr>
          <a:xfrm>
            <a:off x="1143000" y="685800"/>
            <a:ext cx="4572000" cy="3429000"/>
          </a:xfrm>
          <a:prstGeom prst="rect">
            <a:avLst/>
          </a:prstGeom>
        </p:spPr>
        <p:txBody>
          <a:bodyPr/>
          <a:lstStyle/>
          <a:p>
            <a:pPr/>
          </a:p>
        </p:txBody>
      </p:sp>
      <p:sp>
        <p:nvSpPr>
          <p:cNvPr id="117" name="Shape 117"/>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Helvetica Neue"/>
        <a:ea typeface="Helvetica Neue"/>
        <a:cs typeface="Helvetica Neue"/>
        <a:sym typeface="Helvetica Neue"/>
      </a:defRPr>
    </a:lvl1pPr>
    <a:lvl2pPr indent="228600" defTabSz="457200" latinLnBrk="0">
      <a:lnSpc>
        <a:spcPct val="117999"/>
      </a:lnSpc>
      <a:defRPr sz="2200">
        <a:latin typeface="Helvetica Neue"/>
        <a:ea typeface="Helvetica Neue"/>
        <a:cs typeface="Helvetica Neue"/>
        <a:sym typeface="Helvetica Neue"/>
      </a:defRPr>
    </a:lvl2pPr>
    <a:lvl3pPr indent="457200" defTabSz="457200" latinLnBrk="0">
      <a:lnSpc>
        <a:spcPct val="117999"/>
      </a:lnSpc>
      <a:defRPr sz="2200">
        <a:latin typeface="Helvetica Neue"/>
        <a:ea typeface="Helvetica Neue"/>
        <a:cs typeface="Helvetica Neue"/>
        <a:sym typeface="Helvetica Neue"/>
      </a:defRPr>
    </a:lvl3pPr>
    <a:lvl4pPr indent="685800" defTabSz="457200" latinLnBrk="0">
      <a:lnSpc>
        <a:spcPct val="117999"/>
      </a:lnSpc>
      <a:defRPr sz="2200">
        <a:latin typeface="Helvetica Neue"/>
        <a:ea typeface="Helvetica Neue"/>
        <a:cs typeface="Helvetica Neue"/>
        <a:sym typeface="Helvetica Neue"/>
      </a:defRPr>
    </a:lvl4pPr>
    <a:lvl5pPr indent="914400" defTabSz="457200" latinLnBrk="0">
      <a:lnSpc>
        <a:spcPct val="117999"/>
      </a:lnSpc>
      <a:defRPr sz="2200">
        <a:latin typeface="Helvetica Neue"/>
        <a:ea typeface="Helvetica Neue"/>
        <a:cs typeface="Helvetica Neue"/>
        <a:sym typeface="Helvetica Neue"/>
      </a:defRPr>
    </a:lvl5pPr>
    <a:lvl6pPr indent="1143000" defTabSz="457200" latinLnBrk="0">
      <a:lnSpc>
        <a:spcPct val="117999"/>
      </a:lnSpc>
      <a:defRPr sz="2200">
        <a:latin typeface="Helvetica Neue"/>
        <a:ea typeface="Helvetica Neue"/>
        <a:cs typeface="Helvetica Neue"/>
        <a:sym typeface="Helvetica Neue"/>
      </a:defRPr>
    </a:lvl6pPr>
    <a:lvl7pPr indent="1371600" defTabSz="457200" latinLnBrk="0">
      <a:lnSpc>
        <a:spcPct val="117999"/>
      </a:lnSpc>
      <a:defRPr sz="2200">
        <a:latin typeface="Helvetica Neue"/>
        <a:ea typeface="Helvetica Neue"/>
        <a:cs typeface="Helvetica Neue"/>
        <a:sym typeface="Helvetica Neue"/>
      </a:defRPr>
    </a:lvl7pPr>
    <a:lvl8pPr indent="1600200" defTabSz="457200" latinLnBrk="0">
      <a:lnSpc>
        <a:spcPct val="117999"/>
      </a:lnSpc>
      <a:defRPr sz="2200">
        <a:latin typeface="Helvetica Neue"/>
        <a:ea typeface="Helvetica Neue"/>
        <a:cs typeface="Helvetica Neue"/>
        <a:sym typeface="Helvetica Neue"/>
      </a:defRPr>
    </a:lvl8pPr>
    <a:lvl9pPr indent="1828800" defTabSz="457200" latinLnBrk="0">
      <a:lnSpc>
        <a:spcPct val="117999"/>
      </a:lnSpc>
      <a:defRPr sz="2200">
        <a:latin typeface="Helvetica Neue"/>
        <a:ea typeface="Helvetica Neue"/>
        <a:cs typeface="Helvetica Neue"/>
        <a:sym typeface="Helvetica Neue"/>
      </a:defRPr>
    </a:lvl9pPr>
  </p:notesStyle>
</p:notesMaster>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1" showMasterPhAnim="1">
  <p:cSld name="大標題與副標題">
    <p:spTree>
      <p:nvGrpSpPr>
        <p:cNvPr id="1" name=""/>
        <p:cNvGrpSpPr/>
        <p:nvPr/>
      </p:nvGrpSpPr>
      <p:grpSpPr>
        <a:xfrm>
          <a:off x="0" y="0"/>
          <a:ext cx="0" cy="0"/>
          <a:chOff x="0" y="0"/>
          <a:chExt cx="0" cy="0"/>
        </a:xfrm>
      </p:grpSpPr>
      <p:sp>
        <p:nvSpPr>
          <p:cNvPr id="11" name="大標題文字"/>
          <p:cNvSpPr txBox="1"/>
          <p:nvPr>
            <p:ph type="title"/>
          </p:nvPr>
        </p:nvSpPr>
        <p:spPr>
          <a:xfrm>
            <a:off x="1270000" y="1638300"/>
            <a:ext cx="10464800" cy="3302000"/>
          </a:xfrm>
          <a:prstGeom prst="rect">
            <a:avLst/>
          </a:prstGeom>
        </p:spPr>
        <p:txBody>
          <a:bodyPr anchor="b"/>
          <a:lstStyle/>
          <a:p>
            <a:pPr/>
            <a:r>
              <a:t>大標題文字</a:t>
            </a:r>
          </a:p>
        </p:txBody>
      </p:sp>
      <p:sp>
        <p:nvSpPr>
          <p:cNvPr id="12" name="內文層級一…"/>
          <p:cNvSpPr txBox="1"/>
          <p:nvPr>
            <p:ph type="body" sz="quarter" idx="1"/>
          </p:nvPr>
        </p:nvSpPr>
        <p:spPr>
          <a:xfrm>
            <a:off x="1270000" y="5041900"/>
            <a:ext cx="10464800" cy="1130300"/>
          </a:xfrm>
          <a:prstGeom prst="rect">
            <a:avLst/>
          </a:prstGeom>
        </p:spPr>
        <p:txBody>
          <a:bodyPr anchor="t"/>
          <a:lstStyle>
            <a:lvl1pPr marL="0" indent="0" algn="ctr">
              <a:spcBef>
                <a:spcPts val="0"/>
              </a:spcBef>
              <a:buSzTx/>
              <a:buNone/>
              <a:defRPr sz="3700"/>
            </a:lvl1pPr>
            <a:lvl2pPr marL="0" indent="0" algn="ctr">
              <a:spcBef>
                <a:spcPts val="0"/>
              </a:spcBef>
              <a:buSzTx/>
              <a:buNone/>
              <a:defRPr sz="3700"/>
            </a:lvl2pPr>
            <a:lvl3pPr marL="0" indent="0" algn="ctr">
              <a:spcBef>
                <a:spcPts val="0"/>
              </a:spcBef>
              <a:buSzTx/>
              <a:buNone/>
              <a:defRPr sz="3700"/>
            </a:lvl3pPr>
            <a:lvl4pPr marL="0" indent="0" algn="ctr">
              <a:spcBef>
                <a:spcPts val="0"/>
              </a:spcBef>
              <a:buSzTx/>
              <a:buNone/>
              <a:defRPr sz="3700"/>
            </a:lvl4pPr>
            <a:lvl5pPr marL="0" indent="0" algn="ctr">
              <a:spcBef>
                <a:spcPts val="0"/>
              </a:spcBef>
              <a:buSzTx/>
              <a:buNone/>
              <a:defRPr sz="3700"/>
            </a:lvl5pPr>
          </a:lstStyle>
          <a:p>
            <a:pPr/>
            <a:r>
              <a:t>內文層級一</a:t>
            </a:r>
          </a:p>
          <a:p>
            <a:pPr lvl="1"/>
            <a:r>
              <a:t>內文層級二</a:t>
            </a:r>
          </a:p>
          <a:p>
            <a:pPr lvl="2"/>
            <a:r>
              <a:t>內文層級三</a:t>
            </a:r>
          </a:p>
          <a:p>
            <a:pPr lvl="3"/>
            <a:r>
              <a:t>內文層級四</a:t>
            </a:r>
          </a:p>
          <a:p>
            <a:pPr lvl="4"/>
            <a:r>
              <a:t>內文層級五</a:t>
            </a:r>
          </a:p>
        </p:txBody>
      </p:sp>
      <p:sp>
        <p:nvSpPr>
          <p:cNvPr id="13" name="幻燈片編號"/>
          <p:cNvSpPr txBox="1"/>
          <p:nvPr>
            <p:ph type="sldNum" sz="quarter" idx="2"/>
          </p:nvPr>
        </p:nvSpPr>
        <p:spPr>
          <a:prstGeom prst="rect">
            <a:avLst/>
          </a:prstGeom>
        </p:spPr>
        <p:txBody>
          <a:bodyPr/>
          <a:lstStyle>
            <a:lvl1pPr>
              <a:defRPr>
                <a:latin typeface="Helvetica Neue Thin"/>
                <a:ea typeface="Helvetica Neue Thin"/>
                <a:cs typeface="Helvetica Neue Thin"/>
                <a:sym typeface="Helvetica Neue Thin"/>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照片 - 水平">
    <p:spTree>
      <p:nvGrpSpPr>
        <p:cNvPr id="1" name=""/>
        <p:cNvGrpSpPr/>
        <p:nvPr/>
      </p:nvGrpSpPr>
      <p:grpSpPr>
        <a:xfrm>
          <a:off x="0" y="0"/>
          <a:ext cx="0" cy="0"/>
          <a:chOff x="0" y="0"/>
          <a:chExt cx="0" cy="0"/>
        </a:xfrm>
      </p:grpSpPr>
      <p:sp>
        <p:nvSpPr>
          <p:cNvPr id="20" name="影像"/>
          <p:cNvSpPr/>
          <p:nvPr>
            <p:ph type="pic" idx="13"/>
          </p:nvPr>
        </p:nvSpPr>
        <p:spPr>
          <a:xfrm>
            <a:off x="1622088" y="289099"/>
            <a:ext cx="9753603" cy="6505789"/>
          </a:xfrm>
          <a:prstGeom prst="rect">
            <a:avLst/>
          </a:prstGeom>
        </p:spPr>
        <p:txBody>
          <a:bodyPr lIns="91439" tIns="45719" rIns="91439" bIns="45719" anchor="t">
            <a:noAutofit/>
          </a:bodyPr>
          <a:lstStyle/>
          <a:p>
            <a:pPr/>
          </a:p>
        </p:txBody>
      </p:sp>
      <p:sp>
        <p:nvSpPr>
          <p:cNvPr id="21" name="大標題文字"/>
          <p:cNvSpPr txBox="1"/>
          <p:nvPr>
            <p:ph type="title"/>
          </p:nvPr>
        </p:nvSpPr>
        <p:spPr>
          <a:xfrm>
            <a:off x="1270000" y="6718300"/>
            <a:ext cx="10464800" cy="1422400"/>
          </a:xfrm>
          <a:prstGeom prst="rect">
            <a:avLst/>
          </a:prstGeom>
        </p:spPr>
        <p:txBody>
          <a:bodyPr anchor="b"/>
          <a:lstStyle/>
          <a:p>
            <a:pPr/>
            <a:r>
              <a:t>大標題文字</a:t>
            </a:r>
          </a:p>
        </p:txBody>
      </p:sp>
      <p:sp>
        <p:nvSpPr>
          <p:cNvPr id="22" name="內文層級一…"/>
          <p:cNvSpPr txBox="1"/>
          <p:nvPr>
            <p:ph type="body" sz="quarter" idx="1"/>
          </p:nvPr>
        </p:nvSpPr>
        <p:spPr>
          <a:xfrm>
            <a:off x="1270000" y="8153400"/>
            <a:ext cx="10464800" cy="1130300"/>
          </a:xfrm>
          <a:prstGeom prst="rect">
            <a:avLst/>
          </a:prstGeom>
        </p:spPr>
        <p:txBody>
          <a:bodyPr anchor="t"/>
          <a:lstStyle>
            <a:lvl1pPr marL="0" indent="0" algn="ctr">
              <a:spcBef>
                <a:spcPts val="0"/>
              </a:spcBef>
              <a:buSzTx/>
              <a:buNone/>
              <a:defRPr sz="3700"/>
            </a:lvl1pPr>
            <a:lvl2pPr marL="0" indent="0" algn="ctr">
              <a:spcBef>
                <a:spcPts val="0"/>
              </a:spcBef>
              <a:buSzTx/>
              <a:buNone/>
              <a:defRPr sz="3700"/>
            </a:lvl2pPr>
            <a:lvl3pPr marL="0" indent="0" algn="ctr">
              <a:spcBef>
                <a:spcPts val="0"/>
              </a:spcBef>
              <a:buSzTx/>
              <a:buNone/>
              <a:defRPr sz="3700"/>
            </a:lvl3pPr>
            <a:lvl4pPr marL="0" indent="0" algn="ctr">
              <a:spcBef>
                <a:spcPts val="0"/>
              </a:spcBef>
              <a:buSzTx/>
              <a:buNone/>
              <a:defRPr sz="3700"/>
            </a:lvl4pPr>
            <a:lvl5pPr marL="0" indent="0" algn="ctr">
              <a:spcBef>
                <a:spcPts val="0"/>
              </a:spcBef>
              <a:buSzTx/>
              <a:buNone/>
              <a:defRPr sz="3700"/>
            </a:lvl5pPr>
          </a:lstStyle>
          <a:p>
            <a:pPr/>
            <a:r>
              <a:t>內文層級一</a:t>
            </a:r>
          </a:p>
          <a:p>
            <a:pPr lvl="1"/>
            <a:r>
              <a:t>內文層級二</a:t>
            </a:r>
          </a:p>
          <a:p>
            <a:pPr lvl="2"/>
            <a:r>
              <a:t>內文層級三</a:t>
            </a:r>
          </a:p>
          <a:p>
            <a:pPr lvl="3"/>
            <a:r>
              <a:t>內文層級四</a:t>
            </a:r>
          </a:p>
          <a:p>
            <a:pPr lvl="4"/>
            <a:r>
              <a:t>內文層級五</a:t>
            </a:r>
          </a:p>
        </p:txBody>
      </p:sp>
      <p:sp>
        <p:nvSpPr>
          <p:cNvPr id="23" name="幻燈片編號"/>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大標題 - 中央">
    <p:spTree>
      <p:nvGrpSpPr>
        <p:cNvPr id="1" name=""/>
        <p:cNvGrpSpPr/>
        <p:nvPr/>
      </p:nvGrpSpPr>
      <p:grpSpPr>
        <a:xfrm>
          <a:off x="0" y="0"/>
          <a:ext cx="0" cy="0"/>
          <a:chOff x="0" y="0"/>
          <a:chExt cx="0" cy="0"/>
        </a:xfrm>
      </p:grpSpPr>
      <p:sp>
        <p:nvSpPr>
          <p:cNvPr id="30" name="大標題文字"/>
          <p:cNvSpPr txBox="1"/>
          <p:nvPr>
            <p:ph type="title"/>
          </p:nvPr>
        </p:nvSpPr>
        <p:spPr>
          <a:xfrm>
            <a:off x="1270000" y="3225800"/>
            <a:ext cx="10464800" cy="3302000"/>
          </a:xfrm>
          <a:prstGeom prst="rect">
            <a:avLst/>
          </a:prstGeom>
        </p:spPr>
        <p:txBody>
          <a:bodyPr/>
          <a:lstStyle/>
          <a:p>
            <a:pPr/>
            <a:r>
              <a:t>大標題文字</a:t>
            </a:r>
          </a:p>
        </p:txBody>
      </p:sp>
      <p:sp>
        <p:nvSpPr>
          <p:cNvPr id="31" name="幻燈片編號"/>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照片 - 直式">
    <p:spTree>
      <p:nvGrpSpPr>
        <p:cNvPr id="1" name=""/>
        <p:cNvGrpSpPr/>
        <p:nvPr/>
      </p:nvGrpSpPr>
      <p:grpSpPr>
        <a:xfrm>
          <a:off x="0" y="0"/>
          <a:ext cx="0" cy="0"/>
          <a:chOff x="0" y="0"/>
          <a:chExt cx="0" cy="0"/>
        </a:xfrm>
      </p:grpSpPr>
      <p:sp>
        <p:nvSpPr>
          <p:cNvPr id="38" name="影像"/>
          <p:cNvSpPr/>
          <p:nvPr>
            <p:ph type="pic" idx="13"/>
          </p:nvPr>
        </p:nvSpPr>
        <p:spPr>
          <a:xfrm>
            <a:off x="2263775" y="613833"/>
            <a:ext cx="12401550" cy="8267701"/>
          </a:xfrm>
          <a:prstGeom prst="rect">
            <a:avLst/>
          </a:prstGeom>
        </p:spPr>
        <p:txBody>
          <a:bodyPr lIns="91439" tIns="45719" rIns="91439" bIns="45719" anchor="t">
            <a:noAutofit/>
          </a:bodyPr>
          <a:lstStyle/>
          <a:p>
            <a:pPr/>
          </a:p>
        </p:txBody>
      </p:sp>
      <p:sp>
        <p:nvSpPr>
          <p:cNvPr id="39" name="大標題文字"/>
          <p:cNvSpPr txBox="1"/>
          <p:nvPr>
            <p:ph type="title"/>
          </p:nvPr>
        </p:nvSpPr>
        <p:spPr>
          <a:xfrm>
            <a:off x="952500" y="635000"/>
            <a:ext cx="5334000" cy="3987800"/>
          </a:xfrm>
          <a:prstGeom prst="rect">
            <a:avLst/>
          </a:prstGeom>
        </p:spPr>
        <p:txBody>
          <a:bodyPr anchor="b"/>
          <a:lstStyle>
            <a:lvl1pPr>
              <a:defRPr sz="4800"/>
            </a:lvl1pPr>
          </a:lstStyle>
          <a:p>
            <a:pPr/>
            <a:r>
              <a:t>大標題文字</a:t>
            </a:r>
          </a:p>
        </p:txBody>
      </p:sp>
      <p:sp>
        <p:nvSpPr>
          <p:cNvPr id="40" name="內文層級一…"/>
          <p:cNvSpPr txBox="1"/>
          <p:nvPr>
            <p:ph type="body" sz="quarter" idx="1"/>
          </p:nvPr>
        </p:nvSpPr>
        <p:spPr>
          <a:xfrm>
            <a:off x="952500" y="4724400"/>
            <a:ext cx="5334000" cy="4114800"/>
          </a:xfrm>
          <a:prstGeom prst="rect">
            <a:avLst/>
          </a:prstGeom>
        </p:spPr>
        <p:txBody>
          <a:bodyPr anchor="t"/>
          <a:lstStyle>
            <a:lvl1pPr marL="0" indent="0" algn="ctr">
              <a:spcBef>
                <a:spcPts val="0"/>
              </a:spcBef>
              <a:buSzTx/>
              <a:buNone/>
              <a:defRPr sz="3700"/>
            </a:lvl1pPr>
            <a:lvl2pPr marL="0" indent="0" algn="ctr">
              <a:spcBef>
                <a:spcPts val="0"/>
              </a:spcBef>
              <a:buSzTx/>
              <a:buNone/>
              <a:defRPr sz="3700"/>
            </a:lvl2pPr>
            <a:lvl3pPr marL="0" indent="0" algn="ctr">
              <a:spcBef>
                <a:spcPts val="0"/>
              </a:spcBef>
              <a:buSzTx/>
              <a:buNone/>
              <a:defRPr sz="3700"/>
            </a:lvl3pPr>
            <a:lvl4pPr marL="0" indent="0" algn="ctr">
              <a:spcBef>
                <a:spcPts val="0"/>
              </a:spcBef>
              <a:buSzTx/>
              <a:buNone/>
              <a:defRPr sz="3700"/>
            </a:lvl4pPr>
            <a:lvl5pPr marL="0" indent="0" algn="ctr">
              <a:spcBef>
                <a:spcPts val="0"/>
              </a:spcBef>
              <a:buSzTx/>
              <a:buNone/>
              <a:defRPr sz="3700"/>
            </a:lvl5pPr>
          </a:lstStyle>
          <a:p>
            <a:pPr/>
            <a:r>
              <a:t>內文層級一</a:t>
            </a:r>
          </a:p>
          <a:p>
            <a:pPr lvl="1"/>
            <a:r>
              <a:t>內文層級二</a:t>
            </a:r>
          </a:p>
          <a:p>
            <a:pPr lvl="2"/>
            <a:r>
              <a:t>內文層級三</a:t>
            </a:r>
          </a:p>
          <a:p>
            <a:pPr lvl="3"/>
            <a:r>
              <a:t>內文層級四</a:t>
            </a:r>
          </a:p>
          <a:p>
            <a:pPr lvl="4"/>
            <a:r>
              <a:t>內文層級五</a:t>
            </a:r>
          </a:p>
        </p:txBody>
      </p:sp>
      <p:sp>
        <p:nvSpPr>
          <p:cNvPr id="41" name="幻燈片編號"/>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大標題 - 上方">
    <p:spTree>
      <p:nvGrpSpPr>
        <p:cNvPr id="1" name=""/>
        <p:cNvGrpSpPr/>
        <p:nvPr/>
      </p:nvGrpSpPr>
      <p:grpSpPr>
        <a:xfrm>
          <a:off x="0" y="0"/>
          <a:ext cx="0" cy="0"/>
          <a:chOff x="0" y="0"/>
          <a:chExt cx="0" cy="0"/>
        </a:xfrm>
      </p:grpSpPr>
      <p:sp>
        <p:nvSpPr>
          <p:cNvPr id="48" name="大標題文字"/>
          <p:cNvSpPr txBox="1"/>
          <p:nvPr>
            <p:ph type="title"/>
          </p:nvPr>
        </p:nvSpPr>
        <p:spPr>
          <a:prstGeom prst="rect">
            <a:avLst/>
          </a:prstGeom>
        </p:spPr>
        <p:txBody>
          <a:bodyPr/>
          <a:lstStyle/>
          <a:p>
            <a:pPr/>
            <a:r>
              <a:t>大標題文字</a:t>
            </a:r>
          </a:p>
        </p:txBody>
      </p:sp>
      <p:sp>
        <p:nvSpPr>
          <p:cNvPr id="49" name="幻燈片編號"/>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大標題與項目符號">
    <p:spTree>
      <p:nvGrpSpPr>
        <p:cNvPr id="1" name=""/>
        <p:cNvGrpSpPr/>
        <p:nvPr/>
      </p:nvGrpSpPr>
      <p:grpSpPr>
        <a:xfrm>
          <a:off x="0" y="0"/>
          <a:ext cx="0" cy="0"/>
          <a:chOff x="0" y="0"/>
          <a:chExt cx="0" cy="0"/>
        </a:xfrm>
      </p:grpSpPr>
      <p:sp>
        <p:nvSpPr>
          <p:cNvPr id="56" name="大標題文字"/>
          <p:cNvSpPr txBox="1"/>
          <p:nvPr>
            <p:ph type="title"/>
          </p:nvPr>
        </p:nvSpPr>
        <p:spPr>
          <a:prstGeom prst="rect">
            <a:avLst/>
          </a:prstGeom>
        </p:spPr>
        <p:txBody>
          <a:bodyPr/>
          <a:lstStyle>
            <a:lvl1pPr>
              <a:defRPr sz="4800"/>
            </a:lvl1pPr>
          </a:lstStyle>
          <a:p>
            <a:pPr/>
            <a:r>
              <a:t>大標題文字</a:t>
            </a:r>
          </a:p>
        </p:txBody>
      </p:sp>
      <p:sp>
        <p:nvSpPr>
          <p:cNvPr id="57" name="內文層級一…"/>
          <p:cNvSpPr txBox="1"/>
          <p:nvPr>
            <p:ph type="body" idx="1"/>
          </p:nvPr>
        </p:nvSpPr>
        <p:spPr>
          <a:prstGeom prst="rect">
            <a:avLst/>
          </a:prstGeom>
        </p:spPr>
        <p:txBody>
          <a:bodyPr anchor="t"/>
          <a:lstStyle/>
          <a:p>
            <a:pPr/>
            <a:r>
              <a:t>內文層級一</a:t>
            </a:r>
          </a:p>
          <a:p>
            <a:pPr lvl="1"/>
            <a:r>
              <a:t>內文層級二</a:t>
            </a:r>
          </a:p>
          <a:p>
            <a:pPr lvl="2"/>
            <a:r>
              <a:t>內文層級三</a:t>
            </a:r>
          </a:p>
          <a:p>
            <a:pPr lvl="3"/>
            <a:r>
              <a:t>內文層級四</a:t>
            </a:r>
          </a:p>
          <a:p>
            <a:pPr lvl="4"/>
            <a:r>
              <a:t>內文層級五</a:t>
            </a:r>
          </a:p>
        </p:txBody>
      </p:sp>
      <p:sp>
        <p:nvSpPr>
          <p:cNvPr id="58" name="幻燈片編號"/>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大標題、項目符號與照片">
    <p:spTree>
      <p:nvGrpSpPr>
        <p:cNvPr id="1" name=""/>
        <p:cNvGrpSpPr/>
        <p:nvPr/>
      </p:nvGrpSpPr>
      <p:grpSpPr>
        <a:xfrm>
          <a:off x="0" y="0"/>
          <a:ext cx="0" cy="0"/>
          <a:chOff x="0" y="0"/>
          <a:chExt cx="0" cy="0"/>
        </a:xfrm>
      </p:grpSpPr>
      <p:sp>
        <p:nvSpPr>
          <p:cNvPr id="65" name="影像"/>
          <p:cNvSpPr/>
          <p:nvPr>
            <p:ph type="pic" idx="13"/>
          </p:nvPr>
        </p:nvSpPr>
        <p:spPr>
          <a:xfrm>
            <a:off x="4086225" y="2586566"/>
            <a:ext cx="9429750" cy="6286501"/>
          </a:xfrm>
          <a:prstGeom prst="rect">
            <a:avLst/>
          </a:prstGeom>
        </p:spPr>
        <p:txBody>
          <a:bodyPr lIns="91439" tIns="45719" rIns="91439" bIns="45719" anchor="t">
            <a:noAutofit/>
          </a:bodyPr>
          <a:lstStyle/>
          <a:p>
            <a:pPr/>
          </a:p>
        </p:txBody>
      </p:sp>
      <p:sp>
        <p:nvSpPr>
          <p:cNvPr id="66" name="大標題文字"/>
          <p:cNvSpPr txBox="1"/>
          <p:nvPr>
            <p:ph type="title"/>
          </p:nvPr>
        </p:nvSpPr>
        <p:spPr>
          <a:prstGeom prst="rect">
            <a:avLst/>
          </a:prstGeom>
        </p:spPr>
        <p:txBody>
          <a:bodyPr/>
          <a:lstStyle/>
          <a:p>
            <a:pPr/>
            <a:r>
              <a:t>大標題文字</a:t>
            </a:r>
          </a:p>
        </p:txBody>
      </p:sp>
      <p:sp>
        <p:nvSpPr>
          <p:cNvPr id="67" name="內文層級一…"/>
          <p:cNvSpPr txBox="1"/>
          <p:nvPr>
            <p:ph type="body" sz="half" idx="1"/>
          </p:nvPr>
        </p:nvSpPr>
        <p:spPr>
          <a:xfrm>
            <a:off x="952500" y="2590800"/>
            <a:ext cx="5334000" cy="6286500"/>
          </a:xfrm>
          <a:prstGeom prst="rect">
            <a:avLst/>
          </a:prstGeom>
        </p:spPr>
        <p:txBody>
          <a:bodyPr/>
          <a:lstStyle>
            <a:lvl1pPr marL="342900" indent="-342900">
              <a:spcBef>
                <a:spcPts val="3200"/>
              </a:spcBef>
              <a:defRPr sz="2800"/>
            </a:lvl1pPr>
            <a:lvl2pPr marL="685800" indent="-342900">
              <a:spcBef>
                <a:spcPts val="3200"/>
              </a:spcBef>
              <a:defRPr sz="2800"/>
            </a:lvl2pPr>
            <a:lvl3pPr marL="1028700" indent="-342900">
              <a:spcBef>
                <a:spcPts val="3200"/>
              </a:spcBef>
              <a:defRPr sz="2800"/>
            </a:lvl3pPr>
            <a:lvl4pPr marL="1371600" indent="-342900">
              <a:spcBef>
                <a:spcPts val="3200"/>
              </a:spcBef>
              <a:defRPr sz="2800"/>
            </a:lvl4pPr>
            <a:lvl5pPr marL="1714500" indent="-342900">
              <a:spcBef>
                <a:spcPts val="3200"/>
              </a:spcBef>
              <a:defRPr sz="2800"/>
            </a:lvl5pPr>
          </a:lstStyle>
          <a:p>
            <a:pPr/>
            <a:r>
              <a:t>內文層級一</a:t>
            </a:r>
          </a:p>
          <a:p>
            <a:pPr lvl="1"/>
            <a:r>
              <a:t>內文層級二</a:t>
            </a:r>
          </a:p>
          <a:p>
            <a:pPr lvl="2"/>
            <a:r>
              <a:t>內文層級三</a:t>
            </a:r>
          </a:p>
          <a:p>
            <a:pPr lvl="3"/>
            <a:r>
              <a:t>內文層級四</a:t>
            </a:r>
          </a:p>
          <a:p>
            <a:pPr lvl="4"/>
            <a:r>
              <a:t>內文層級五</a:t>
            </a:r>
          </a:p>
        </p:txBody>
      </p:sp>
      <p:sp>
        <p:nvSpPr>
          <p:cNvPr id="68" name="幻燈片編號"/>
          <p:cNvSpPr txBox="1"/>
          <p:nvPr>
            <p:ph type="sldNum" sz="quarter" idx="2"/>
          </p:nvPr>
        </p:nvSpPr>
        <p:spPr>
          <a:xfrm>
            <a:off x="6328884" y="9296400"/>
            <a:ext cx="340259" cy="342900"/>
          </a:xfrm>
          <a:prstGeom prst="rect">
            <a:avLst/>
          </a:prstGeom>
        </p:spPr>
        <p:txBody>
          <a:bodyPr/>
          <a:lstStyle>
            <a:lvl1pPr>
              <a:defRPr>
                <a:latin typeface="Helvetica Light"/>
                <a:ea typeface="Helvetica Light"/>
                <a:cs typeface="Helvetica Light"/>
                <a:sym typeface="Helvetica Light"/>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項目符號">
    <p:spTree>
      <p:nvGrpSpPr>
        <p:cNvPr id="1" name=""/>
        <p:cNvGrpSpPr/>
        <p:nvPr/>
      </p:nvGrpSpPr>
      <p:grpSpPr>
        <a:xfrm>
          <a:off x="0" y="0"/>
          <a:ext cx="0" cy="0"/>
          <a:chOff x="0" y="0"/>
          <a:chExt cx="0" cy="0"/>
        </a:xfrm>
      </p:grpSpPr>
      <p:sp>
        <p:nvSpPr>
          <p:cNvPr id="75" name="內文層級一…"/>
          <p:cNvSpPr txBox="1"/>
          <p:nvPr>
            <p:ph type="body" idx="1"/>
          </p:nvPr>
        </p:nvSpPr>
        <p:spPr>
          <a:xfrm>
            <a:off x="952500" y="1270000"/>
            <a:ext cx="11099800" cy="7213600"/>
          </a:xfrm>
          <a:prstGeom prst="rect">
            <a:avLst/>
          </a:prstGeom>
        </p:spPr>
        <p:txBody>
          <a:bodyPr/>
          <a:lstStyle/>
          <a:p>
            <a:pPr/>
            <a:r>
              <a:t>內文層級一</a:t>
            </a:r>
          </a:p>
          <a:p>
            <a:pPr lvl="1"/>
            <a:r>
              <a:t>內文層級二</a:t>
            </a:r>
          </a:p>
          <a:p>
            <a:pPr lvl="2"/>
            <a:r>
              <a:t>內文層級三</a:t>
            </a:r>
          </a:p>
          <a:p>
            <a:pPr lvl="3"/>
            <a:r>
              <a:t>內文層級四</a:t>
            </a:r>
          </a:p>
          <a:p>
            <a:pPr lvl="4"/>
            <a:r>
              <a:t>內文層級五</a:t>
            </a:r>
          </a:p>
        </p:txBody>
      </p:sp>
      <p:sp>
        <p:nvSpPr>
          <p:cNvPr id="76" name="幻燈片編號"/>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照片 - 一頁三張">
    <p:spTree>
      <p:nvGrpSpPr>
        <p:cNvPr id="1" name=""/>
        <p:cNvGrpSpPr/>
        <p:nvPr/>
      </p:nvGrpSpPr>
      <p:grpSpPr>
        <a:xfrm>
          <a:off x="0" y="0"/>
          <a:ext cx="0" cy="0"/>
          <a:chOff x="0" y="0"/>
          <a:chExt cx="0" cy="0"/>
        </a:xfrm>
      </p:grpSpPr>
      <p:sp>
        <p:nvSpPr>
          <p:cNvPr id="83" name="影像"/>
          <p:cNvSpPr/>
          <p:nvPr>
            <p:ph type="pic" sz="quarter" idx="13"/>
          </p:nvPr>
        </p:nvSpPr>
        <p:spPr>
          <a:xfrm>
            <a:off x="6680200" y="5029200"/>
            <a:ext cx="6054748" cy="4038600"/>
          </a:xfrm>
          <a:prstGeom prst="rect">
            <a:avLst/>
          </a:prstGeom>
        </p:spPr>
        <p:txBody>
          <a:bodyPr lIns="91439" tIns="45719" rIns="91439" bIns="45719" anchor="t">
            <a:noAutofit/>
          </a:bodyPr>
          <a:lstStyle/>
          <a:p>
            <a:pPr/>
          </a:p>
        </p:txBody>
      </p:sp>
      <p:sp>
        <p:nvSpPr>
          <p:cNvPr id="84" name="影像"/>
          <p:cNvSpPr/>
          <p:nvPr>
            <p:ph type="pic" sz="quarter" idx="14"/>
          </p:nvPr>
        </p:nvSpPr>
        <p:spPr>
          <a:xfrm>
            <a:off x="6502400" y="889000"/>
            <a:ext cx="5867400" cy="3911601"/>
          </a:xfrm>
          <a:prstGeom prst="rect">
            <a:avLst/>
          </a:prstGeom>
        </p:spPr>
        <p:txBody>
          <a:bodyPr lIns="91439" tIns="45719" rIns="91439" bIns="45719" anchor="t">
            <a:noAutofit/>
          </a:bodyPr>
          <a:lstStyle/>
          <a:p>
            <a:pPr/>
          </a:p>
        </p:txBody>
      </p:sp>
      <p:sp>
        <p:nvSpPr>
          <p:cNvPr id="85" name="影像"/>
          <p:cNvSpPr/>
          <p:nvPr>
            <p:ph type="pic" idx="15"/>
          </p:nvPr>
        </p:nvSpPr>
        <p:spPr>
          <a:xfrm>
            <a:off x="-2374900" y="889000"/>
            <a:ext cx="11982450" cy="7988300"/>
          </a:xfrm>
          <a:prstGeom prst="rect">
            <a:avLst/>
          </a:prstGeom>
        </p:spPr>
        <p:txBody>
          <a:bodyPr lIns="91439" tIns="45719" rIns="91439" bIns="45719" anchor="t">
            <a:noAutofit/>
          </a:bodyPr>
          <a:lstStyle/>
          <a:p>
            <a:pPr/>
          </a:p>
        </p:txBody>
      </p:sp>
      <p:sp>
        <p:nvSpPr>
          <p:cNvPr id="86" name="幻燈片編號"/>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名言語錄">
    <p:spTree>
      <p:nvGrpSpPr>
        <p:cNvPr id="1" name=""/>
        <p:cNvGrpSpPr/>
        <p:nvPr/>
      </p:nvGrpSpPr>
      <p:grpSpPr>
        <a:xfrm>
          <a:off x="0" y="0"/>
          <a:ext cx="0" cy="0"/>
          <a:chOff x="0" y="0"/>
          <a:chExt cx="0" cy="0"/>
        </a:xfrm>
      </p:grpSpPr>
      <p:sp>
        <p:nvSpPr>
          <p:cNvPr id="93" name="–王大明"/>
          <p:cNvSpPr txBox="1"/>
          <p:nvPr>
            <p:ph type="body" sz="quarter" idx="13"/>
          </p:nvPr>
        </p:nvSpPr>
        <p:spPr>
          <a:xfrm>
            <a:off x="1270000" y="6362700"/>
            <a:ext cx="10464800" cy="520700"/>
          </a:xfrm>
          <a:prstGeom prst="rect">
            <a:avLst/>
          </a:prstGeom>
        </p:spPr>
        <p:txBody>
          <a:bodyPr anchor="t">
            <a:spAutoFit/>
          </a:bodyPr>
          <a:lstStyle>
            <a:lvl1pPr marL="0" indent="0" algn="ctr">
              <a:spcBef>
                <a:spcPts val="0"/>
              </a:spcBef>
              <a:buSzTx/>
              <a:buNone/>
              <a:defRPr i="1" sz="2400"/>
            </a:lvl1pPr>
          </a:lstStyle>
          <a:p>
            <a:pPr/>
            <a:r>
              <a:t>–王大明</a:t>
            </a:r>
          </a:p>
        </p:txBody>
      </p:sp>
      <p:sp>
        <p:nvSpPr>
          <p:cNvPr id="94" name="「在此輸入名言語錄。」"/>
          <p:cNvSpPr txBox="1"/>
          <p:nvPr>
            <p:ph type="body" sz="quarter" idx="14"/>
          </p:nvPr>
        </p:nvSpPr>
        <p:spPr>
          <a:xfrm>
            <a:off x="1270000" y="4216400"/>
            <a:ext cx="10464800" cy="711201"/>
          </a:xfrm>
          <a:prstGeom prst="rect">
            <a:avLst/>
          </a:prstGeom>
        </p:spPr>
        <p:txBody>
          <a:bodyPr>
            <a:spAutoFit/>
          </a:bodyPr>
          <a:lstStyle>
            <a:lvl1pPr marL="0" indent="0" algn="ctr">
              <a:spcBef>
                <a:spcPts val="0"/>
              </a:spcBef>
              <a:buSzTx/>
              <a:buNone/>
              <a:defRPr sz="3400">
                <a:latin typeface="+mn-lt"/>
                <a:ea typeface="+mn-ea"/>
                <a:cs typeface="+mn-cs"/>
                <a:sym typeface="Helvetica Neue Medium"/>
              </a:defRPr>
            </a:lvl1pPr>
          </a:lstStyle>
          <a:p>
            <a:pPr/>
            <a:r>
              <a:t>「在此輸入名言語錄。」</a:t>
            </a:r>
          </a:p>
        </p:txBody>
      </p:sp>
      <p:sp>
        <p:nvSpPr>
          <p:cNvPr id="95" name="幻燈片編號"/>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照片">
    <p:spTree>
      <p:nvGrpSpPr>
        <p:cNvPr id="1" name=""/>
        <p:cNvGrpSpPr/>
        <p:nvPr/>
      </p:nvGrpSpPr>
      <p:grpSpPr>
        <a:xfrm>
          <a:off x="0" y="0"/>
          <a:ext cx="0" cy="0"/>
          <a:chOff x="0" y="0"/>
          <a:chExt cx="0" cy="0"/>
        </a:xfrm>
      </p:grpSpPr>
      <p:sp>
        <p:nvSpPr>
          <p:cNvPr id="102" name="影像"/>
          <p:cNvSpPr/>
          <p:nvPr>
            <p:ph type="pic" idx="13"/>
          </p:nvPr>
        </p:nvSpPr>
        <p:spPr>
          <a:xfrm>
            <a:off x="-949853" y="0"/>
            <a:ext cx="14904506" cy="9944100"/>
          </a:xfrm>
          <a:prstGeom prst="rect">
            <a:avLst/>
          </a:prstGeom>
        </p:spPr>
        <p:txBody>
          <a:bodyPr lIns="91439" tIns="45719" rIns="91439" bIns="45719" anchor="t">
            <a:noAutofit/>
          </a:bodyPr>
          <a:lstStyle/>
          <a:p>
            <a:pPr/>
          </a:p>
        </p:txBody>
      </p:sp>
      <p:sp>
        <p:nvSpPr>
          <p:cNvPr id="103" name="幻燈片編號"/>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空白">
    <p:spTree>
      <p:nvGrpSpPr>
        <p:cNvPr id="1" name=""/>
        <p:cNvGrpSpPr/>
        <p:nvPr/>
      </p:nvGrpSpPr>
      <p:grpSpPr>
        <a:xfrm>
          <a:off x="0" y="0"/>
          <a:ext cx="0" cy="0"/>
          <a:chOff x="0" y="0"/>
          <a:chExt cx="0" cy="0"/>
        </a:xfrm>
      </p:grpSpPr>
      <p:sp>
        <p:nvSpPr>
          <p:cNvPr id="110" name="幻燈片編號"/>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大標題文字"/>
          <p:cNvSpPr txBox="1"/>
          <p:nvPr>
            <p:ph type="title"/>
          </p:nvPr>
        </p:nvSpPr>
        <p:spPr>
          <a:xfrm>
            <a:off x="952500" y="254000"/>
            <a:ext cx="11099800" cy="21590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normAutofit fontScale="100000" lnSpcReduction="0"/>
          </a:bodyPr>
          <a:lstStyle/>
          <a:p>
            <a:pPr/>
            <a:r>
              <a:t>大標題文字</a:t>
            </a:r>
          </a:p>
        </p:txBody>
      </p:sp>
      <p:sp>
        <p:nvSpPr>
          <p:cNvPr id="3" name="內文層級一…"/>
          <p:cNvSpPr txBox="1"/>
          <p:nvPr>
            <p:ph type="body" idx="1"/>
          </p:nvPr>
        </p:nvSpPr>
        <p:spPr>
          <a:xfrm>
            <a:off x="952500" y="2590800"/>
            <a:ext cx="11099800" cy="62865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normAutofit fontScale="100000" lnSpcReduction="0"/>
          </a:bodyPr>
          <a:lstStyle/>
          <a:p>
            <a:pPr/>
            <a:r>
              <a:t>內文層級一</a:t>
            </a:r>
          </a:p>
          <a:p>
            <a:pPr lvl="1"/>
            <a:r>
              <a:t>內文層級二</a:t>
            </a:r>
          </a:p>
          <a:p>
            <a:pPr lvl="2"/>
            <a:r>
              <a:t>內文層級三</a:t>
            </a:r>
          </a:p>
          <a:p>
            <a:pPr lvl="3"/>
            <a:r>
              <a:t>內文層級四</a:t>
            </a:r>
          </a:p>
          <a:p>
            <a:pPr lvl="4"/>
            <a:r>
              <a:t>內文層級五</a:t>
            </a:r>
          </a:p>
        </p:txBody>
      </p:sp>
      <p:sp>
        <p:nvSpPr>
          <p:cNvPr id="4" name="幻燈片編號"/>
          <p:cNvSpPr txBox="1"/>
          <p:nvPr>
            <p:ph type="sldNum" sz="quarter" idx="2"/>
          </p:nvPr>
        </p:nvSpPr>
        <p:spPr>
          <a:xfrm>
            <a:off x="6328884" y="9296400"/>
            <a:ext cx="340259" cy="324306"/>
          </a:xfrm>
          <a:prstGeom prst="rect">
            <a:avLst/>
          </a:prstGeom>
          <a:ln w="12700">
            <a:miter lim="400000"/>
          </a:ln>
        </p:spPr>
        <p:txBody>
          <a:bodyPr wrap="none" lIns="50800" tIns="50800" rIns="50800" bIns="50800">
            <a:spAutoFit/>
          </a:bodyPr>
          <a:lstStyle>
            <a:lvl1pPr>
              <a:defRPr b="0" sz="1600">
                <a:latin typeface="Helvetica Neue Light"/>
                <a:ea typeface="Helvetica Neue Light"/>
                <a:cs typeface="Helvetica Neue Light"/>
                <a:sym typeface="Helvetica Neue Light"/>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transition xmlns:p14="http://schemas.microsoft.com/office/powerpoint/2010/main" spd="med" advClick="1"/>
  <p:txStyles>
    <p:titleStyle>
      <a:lvl1pPr marL="0" marR="0" indent="0" algn="ctr" defTabSz="584200" rtl="0" latinLnBrk="0">
        <a:lnSpc>
          <a:spcPct val="100000"/>
        </a:lnSpc>
        <a:spcBef>
          <a:spcPts val="0"/>
        </a:spcBef>
        <a:spcAft>
          <a:spcPts val="0"/>
        </a:spcAft>
        <a:buClrTx/>
        <a:buSzTx/>
        <a:buFontTx/>
        <a:buNone/>
        <a:tabLst/>
        <a:defRPr b="0" baseline="0" cap="none" i="0" spc="0" strike="noStrike" sz="8000" u="none">
          <a:solidFill>
            <a:srgbClr val="000000"/>
          </a:solidFill>
          <a:uFillTx/>
          <a:latin typeface="+mn-lt"/>
          <a:ea typeface="+mn-ea"/>
          <a:cs typeface="+mn-cs"/>
          <a:sym typeface="Helvetica Neue Medium"/>
        </a:defRPr>
      </a:lvl1pPr>
      <a:lvl2pPr marL="0" marR="0" indent="0" algn="ctr" defTabSz="584200" rtl="0" latinLnBrk="0">
        <a:lnSpc>
          <a:spcPct val="100000"/>
        </a:lnSpc>
        <a:spcBef>
          <a:spcPts val="0"/>
        </a:spcBef>
        <a:spcAft>
          <a:spcPts val="0"/>
        </a:spcAft>
        <a:buClrTx/>
        <a:buSzTx/>
        <a:buFontTx/>
        <a:buNone/>
        <a:tabLst/>
        <a:defRPr b="0" baseline="0" cap="none" i="0" spc="0" strike="noStrike" sz="8000" u="none">
          <a:solidFill>
            <a:srgbClr val="000000"/>
          </a:solidFill>
          <a:uFillTx/>
          <a:latin typeface="+mn-lt"/>
          <a:ea typeface="+mn-ea"/>
          <a:cs typeface="+mn-cs"/>
          <a:sym typeface="Helvetica Neue Medium"/>
        </a:defRPr>
      </a:lvl2pPr>
      <a:lvl3pPr marL="0" marR="0" indent="0" algn="ctr" defTabSz="584200" rtl="0" latinLnBrk="0">
        <a:lnSpc>
          <a:spcPct val="100000"/>
        </a:lnSpc>
        <a:spcBef>
          <a:spcPts val="0"/>
        </a:spcBef>
        <a:spcAft>
          <a:spcPts val="0"/>
        </a:spcAft>
        <a:buClrTx/>
        <a:buSzTx/>
        <a:buFontTx/>
        <a:buNone/>
        <a:tabLst/>
        <a:defRPr b="0" baseline="0" cap="none" i="0" spc="0" strike="noStrike" sz="8000" u="none">
          <a:solidFill>
            <a:srgbClr val="000000"/>
          </a:solidFill>
          <a:uFillTx/>
          <a:latin typeface="+mn-lt"/>
          <a:ea typeface="+mn-ea"/>
          <a:cs typeface="+mn-cs"/>
          <a:sym typeface="Helvetica Neue Medium"/>
        </a:defRPr>
      </a:lvl3pPr>
      <a:lvl4pPr marL="0" marR="0" indent="0" algn="ctr" defTabSz="584200" rtl="0" latinLnBrk="0">
        <a:lnSpc>
          <a:spcPct val="100000"/>
        </a:lnSpc>
        <a:spcBef>
          <a:spcPts val="0"/>
        </a:spcBef>
        <a:spcAft>
          <a:spcPts val="0"/>
        </a:spcAft>
        <a:buClrTx/>
        <a:buSzTx/>
        <a:buFontTx/>
        <a:buNone/>
        <a:tabLst/>
        <a:defRPr b="0" baseline="0" cap="none" i="0" spc="0" strike="noStrike" sz="8000" u="none">
          <a:solidFill>
            <a:srgbClr val="000000"/>
          </a:solidFill>
          <a:uFillTx/>
          <a:latin typeface="+mn-lt"/>
          <a:ea typeface="+mn-ea"/>
          <a:cs typeface="+mn-cs"/>
          <a:sym typeface="Helvetica Neue Medium"/>
        </a:defRPr>
      </a:lvl4pPr>
      <a:lvl5pPr marL="0" marR="0" indent="0" algn="ctr" defTabSz="584200" rtl="0" latinLnBrk="0">
        <a:lnSpc>
          <a:spcPct val="100000"/>
        </a:lnSpc>
        <a:spcBef>
          <a:spcPts val="0"/>
        </a:spcBef>
        <a:spcAft>
          <a:spcPts val="0"/>
        </a:spcAft>
        <a:buClrTx/>
        <a:buSzTx/>
        <a:buFontTx/>
        <a:buNone/>
        <a:tabLst/>
        <a:defRPr b="0" baseline="0" cap="none" i="0" spc="0" strike="noStrike" sz="8000" u="none">
          <a:solidFill>
            <a:srgbClr val="000000"/>
          </a:solidFill>
          <a:uFillTx/>
          <a:latin typeface="+mn-lt"/>
          <a:ea typeface="+mn-ea"/>
          <a:cs typeface="+mn-cs"/>
          <a:sym typeface="Helvetica Neue Medium"/>
        </a:defRPr>
      </a:lvl5pPr>
      <a:lvl6pPr marL="0" marR="0" indent="0" algn="ctr" defTabSz="584200" rtl="0" latinLnBrk="0">
        <a:lnSpc>
          <a:spcPct val="100000"/>
        </a:lnSpc>
        <a:spcBef>
          <a:spcPts val="0"/>
        </a:spcBef>
        <a:spcAft>
          <a:spcPts val="0"/>
        </a:spcAft>
        <a:buClrTx/>
        <a:buSzTx/>
        <a:buFontTx/>
        <a:buNone/>
        <a:tabLst/>
        <a:defRPr b="0" baseline="0" cap="none" i="0" spc="0" strike="noStrike" sz="8000" u="none">
          <a:solidFill>
            <a:srgbClr val="000000"/>
          </a:solidFill>
          <a:uFillTx/>
          <a:latin typeface="+mn-lt"/>
          <a:ea typeface="+mn-ea"/>
          <a:cs typeface="+mn-cs"/>
          <a:sym typeface="Helvetica Neue Medium"/>
        </a:defRPr>
      </a:lvl6pPr>
      <a:lvl7pPr marL="0" marR="0" indent="0" algn="ctr" defTabSz="584200" rtl="0" latinLnBrk="0">
        <a:lnSpc>
          <a:spcPct val="100000"/>
        </a:lnSpc>
        <a:spcBef>
          <a:spcPts val="0"/>
        </a:spcBef>
        <a:spcAft>
          <a:spcPts val="0"/>
        </a:spcAft>
        <a:buClrTx/>
        <a:buSzTx/>
        <a:buFontTx/>
        <a:buNone/>
        <a:tabLst/>
        <a:defRPr b="0" baseline="0" cap="none" i="0" spc="0" strike="noStrike" sz="8000" u="none">
          <a:solidFill>
            <a:srgbClr val="000000"/>
          </a:solidFill>
          <a:uFillTx/>
          <a:latin typeface="+mn-lt"/>
          <a:ea typeface="+mn-ea"/>
          <a:cs typeface="+mn-cs"/>
          <a:sym typeface="Helvetica Neue Medium"/>
        </a:defRPr>
      </a:lvl7pPr>
      <a:lvl8pPr marL="0" marR="0" indent="0" algn="ctr" defTabSz="584200" rtl="0" latinLnBrk="0">
        <a:lnSpc>
          <a:spcPct val="100000"/>
        </a:lnSpc>
        <a:spcBef>
          <a:spcPts val="0"/>
        </a:spcBef>
        <a:spcAft>
          <a:spcPts val="0"/>
        </a:spcAft>
        <a:buClrTx/>
        <a:buSzTx/>
        <a:buFontTx/>
        <a:buNone/>
        <a:tabLst/>
        <a:defRPr b="0" baseline="0" cap="none" i="0" spc="0" strike="noStrike" sz="8000" u="none">
          <a:solidFill>
            <a:srgbClr val="000000"/>
          </a:solidFill>
          <a:uFillTx/>
          <a:latin typeface="+mn-lt"/>
          <a:ea typeface="+mn-ea"/>
          <a:cs typeface="+mn-cs"/>
          <a:sym typeface="Helvetica Neue Medium"/>
        </a:defRPr>
      </a:lvl8pPr>
      <a:lvl9pPr marL="0" marR="0" indent="0" algn="ctr" defTabSz="584200" rtl="0" latinLnBrk="0">
        <a:lnSpc>
          <a:spcPct val="100000"/>
        </a:lnSpc>
        <a:spcBef>
          <a:spcPts val="0"/>
        </a:spcBef>
        <a:spcAft>
          <a:spcPts val="0"/>
        </a:spcAft>
        <a:buClrTx/>
        <a:buSzTx/>
        <a:buFontTx/>
        <a:buNone/>
        <a:tabLst/>
        <a:defRPr b="0" baseline="0" cap="none" i="0" spc="0" strike="noStrike" sz="8000" u="none">
          <a:solidFill>
            <a:srgbClr val="000000"/>
          </a:solidFill>
          <a:uFillTx/>
          <a:latin typeface="+mn-lt"/>
          <a:ea typeface="+mn-ea"/>
          <a:cs typeface="+mn-cs"/>
          <a:sym typeface="Helvetica Neue Medium"/>
        </a:defRPr>
      </a:lvl9pPr>
    </p:titleStyle>
    <p:bodyStyle>
      <a:lvl1pPr marL="444500" marR="0" indent="-444500" algn="l" defTabSz="584200" rtl="0" latinLnBrk="0">
        <a:lnSpc>
          <a:spcPct val="100000"/>
        </a:lnSpc>
        <a:spcBef>
          <a:spcPts val="4200"/>
        </a:spcBef>
        <a:spcAft>
          <a:spcPts val="0"/>
        </a:spcAft>
        <a:buClrTx/>
        <a:buSzPct val="145000"/>
        <a:buFontTx/>
        <a:buChar char="•"/>
        <a:tabLst/>
        <a:defRPr b="0" baseline="0" cap="none" i="0" spc="0" strike="noStrike" sz="3200" u="none">
          <a:solidFill>
            <a:srgbClr val="000000"/>
          </a:solidFill>
          <a:uFillTx/>
          <a:latin typeface="Helvetica Neue"/>
          <a:ea typeface="Helvetica Neue"/>
          <a:cs typeface="Helvetica Neue"/>
          <a:sym typeface="Helvetica Neue"/>
        </a:defRPr>
      </a:lvl1pPr>
      <a:lvl2pPr marL="889000" marR="0" indent="-444500" algn="l" defTabSz="584200" rtl="0" latinLnBrk="0">
        <a:lnSpc>
          <a:spcPct val="100000"/>
        </a:lnSpc>
        <a:spcBef>
          <a:spcPts val="4200"/>
        </a:spcBef>
        <a:spcAft>
          <a:spcPts val="0"/>
        </a:spcAft>
        <a:buClrTx/>
        <a:buSzPct val="145000"/>
        <a:buFontTx/>
        <a:buChar char="•"/>
        <a:tabLst/>
        <a:defRPr b="0" baseline="0" cap="none" i="0" spc="0" strike="noStrike" sz="3200" u="none">
          <a:solidFill>
            <a:srgbClr val="000000"/>
          </a:solidFill>
          <a:uFillTx/>
          <a:latin typeface="Helvetica Neue"/>
          <a:ea typeface="Helvetica Neue"/>
          <a:cs typeface="Helvetica Neue"/>
          <a:sym typeface="Helvetica Neue"/>
        </a:defRPr>
      </a:lvl2pPr>
      <a:lvl3pPr marL="1333500" marR="0" indent="-444500" algn="l" defTabSz="584200" rtl="0" latinLnBrk="0">
        <a:lnSpc>
          <a:spcPct val="100000"/>
        </a:lnSpc>
        <a:spcBef>
          <a:spcPts val="4200"/>
        </a:spcBef>
        <a:spcAft>
          <a:spcPts val="0"/>
        </a:spcAft>
        <a:buClrTx/>
        <a:buSzPct val="145000"/>
        <a:buFontTx/>
        <a:buChar char="•"/>
        <a:tabLst/>
        <a:defRPr b="0" baseline="0" cap="none" i="0" spc="0" strike="noStrike" sz="3200" u="none">
          <a:solidFill>
            <a:srgbClr val="000000"/>
          </a:solidFill>
          <a:uFillTx/>
          <a:latin typeface="Helvetica Neue"/>
          <a:ea typeface="Helvetica Neue"/>
          <a:cs typeface="Helvetica Neue"/>
          <a:sym typeface="Helvetica Neue"/>
        </a:defRPr>
      </a:lvl3pPr>
      <a:lvl4pPr marL="1778000" marR="0" indent="-444500" algn="l" defTabSz="584200" rtl="0" latinLnBrk="0">
        <a:lnSpc>
          <a:spcPct val="100000"/>
        </a:lnSpc>
        <a:spcBef>
          <a:spcPts val="4200"/>
        </a:spcBef>
        <a:spcAft>
          <a:spcPts val="0"/>
        </a:spcAft>
        <a:buClrTx/>
        <a:buSzPct val="145000"/>
        <a:buFontTx/>
        <a:buChar char="•"/>
        <a:tabLst/>
        <a:defRPr b="0" baseline="0" cap="none" i="0" spc="0" strike="noStrike" sz="3200" u="none">
          <a:solidFill>
            <a:srgbClr val="000000"/>
          </a:solidFill>
          <a:uFillTx/>
          <a:latin typeface="Helvetica Neue"/>
          <a:ea typeface="Helvetica Neue"/>
          <a:cs typeface="Helvetica Neue"/>
          <a:sym typeface="Helvetica Neue"/>
        </a:defRPr>
      </a:lvl4pPr>
      <a:lvl5pPr marL="2222500" marR="0" indent="-444500" algn="l" defTabSz="584200" rtl="0" latinLnBrk="0">
        <a:lnSpc>
          <a:spcPct val="100000"/>
        </a:lnSpc>
        <a:spcBef>
          <a:spcPts val="4200"/>
        </a:spcBef>
        <a:spcAft>
          <a:spcPts val="0"/>
        </a:spcAft>
        <a:buClrTx/>
        <a:buSzPct val="145000"/>
        <a:buFontTx/>
        <a:buChar char="•"/>
        <a:tabLst/>
        <a:defRPr b="0" baseline="0" cap="none" i="0" spc="0" strike="noStrike" sz="3200" u="none">
          <a:solidFill>
            <a:srgbClr val="000000"/>
          </a:solidFill>
          <a:uFillTx/>
          <a:latin typeface="Helvetica Neue"/>
          <a:ea typeface="Helvetica Neue"/>
          <a:cs typeface="Helvetica Neue"/>
          <a:sym typeface="Helvetica Neue"/>
        </a:defRPr>
      </a:lvl5pPr>
      <a:lvl6pPr marL="2667000" marR="0" indent="-444500" algn="l" defTabSz="584200" rtl="0" latinLnBrk="0">
        <a:lnSpc>
          <a:spcPct val="100000"/>
        </a:lnSpc>
        <a:spcBef>
          <a:spcPts val="4200"/>
        </a:spcBef>
        <a:spcAft>
          <a:spcPts val="0"/>
        </a:spcAft>
        <a:buClrTx/>
        <a:buSzPct val="145000"/>
        <a:buFontTx/>
        <a:buChar char="•"/>
        <a:tabLst/>
        <a:defRPr b="0" baseline="0" cap="none" i="0" spc="0" strike="noStrike" sz="3200" u="none">
          <a:solidFill>
            <a:srgbClr val="000000"/>
          </a:solidFill>
          <a:uFillTx/>
          <a:latin typeface="Helvetica Neue"/>
          <a:ea typeface="Helvetica Neue"/>
          <a:cs typeface="Helvetica Neue"/>
          <a:sym typeface="Helvetica Neue"/>
        </a:defRPr>
      </a:lvl6pPr>
      <a:lvl7pPr marL="3111500" marR="0" indent="-444500" algn="l" defTabSz="584200" rtl="0" latinLnBrk="0">
        <a:lnSpc>
          <a:spcPct val="100000"/>
        </a:lnSpc>
        <a:spcBef>
          <a:spcPts val="4200"/>
        </a:spcBef>
        <a:spcAft>
          <a:spcPts val="0"/>
        </a:spcAft>
        <a:buClrTx/>
        <a:buSzPct val="145000"/>
        <a:buFontTx/>
        <a:buChar char="•"/>
        <a:tabLst/>
        <a:defRPr b="0" baseline="0" cap="none" i="0" spc="0" strike="noStrike" sz="3200" u="none">
          <a:solidFill>
            <a:srgbClr val="000000"/>
          </a:solidFill>
          <a:uFillTx/>
          <a:latin typeface="Helvetica Neue"/>
          <a:ea typeface="Helvetica Neue"/>
          <a:cs typeface="Helvetica Neue"/>
          <a:sym typeface="Helvetica Neue"/>
        </a:defRPr>
      </a:lvl7pPr>
      <a:lvl8pPr marL="3556000" marR="0" indent="-444500" algn="l" defTabSz="584200" rtl="0" latinLnBrk="0">
        <a:lnSpc>
          <a:spcPct val="100000"/>
        </a:lnSpc>
        <a:spcBef>
          <a:spcPts val="4200"/>
        </a:spcBef>
        <a:spcAft>
          <a:spcPts val="0"/>
        </a:spcAft>
        <a:buClrTx/>
        <a:buSzPct val="145000"/>
        <a:buFontTx/>
        <a:buChar char="•"/>
        <a:tabLst/>
        <a:defRPr b="0" baseline="0" cap="none" i="0" spc="0" strike="noStrike" sz="3200" u="none">
          <a:solidFill>
            <a:srgbClr val="000000"/>
          </a:solidFill>
          <a:uFillTx/>
          <a:latin typeface="Helvetica Neue"/>
          <a:ea typeface="Helvetica Neue"/>
          <a:cs typeface="Helvetica Neue"/>
          <a:sym typeface="Helvetica Neue"/>
        </a:defRPr>
      </a:lvl8pPr>
      <a:lvl9pPr marL="4000500" marR="0" indent="-444500" algn="l" defTabSz="584200" rtl="0" latinLnBrk="0">
        <a:lnSpc>
          <a:spcPct val="100000"/>
        </a:lnSpc>
        <a:spcBef>
          <a:spcPts val="4200"/>
        </a:spcBef>
        <a:spcAft>
          <a:spcPts val="0"/>
        </a:spcAft>
        <a:buClrTx/>
        <a:buSzPct val="145000"/>
        <a:buFontTx/>
        <a:buChar char="•"/>
        <a:tabLst/>
        <a:defRPr b="0" baseline="0" cap="none" i="0" spc="0" strike="noStrike" sz="3200" u="none">
          <a:solidFill>
            <a:srgbClr val="000000"/>
          </a:solidFill>
          <a:uFillTx/>
          <a:latin typeface="Helvetica Neue"/>
          <a:ea typeface="Helvetica Neue"/>
          <a:cs typeface="Helvetica Neue"/>
          <a:sym typeface="Helvetica Neue"/>
        </a:defRPr>
      </a:lvl9pPr>
    </p:bodyStyle>
    <p:otherStyle>
      <a:lvl1pPr marL="0" marR="0" indent="0" algn="ctr" defTabSz="584200" latinLnBrk="0">
        <a:lnSpc>
          <a:spcPct val="100000"/>
        </a:lnSpc>
        <a:spcBef>
          <a:spcPts val="0"/>
        </a:spcBef>
        <a:spcAft>
          <a:spcPts val="0"/>
        </a:spcAft>
        <a:buClrTx/>
        <a:buSzTx/>
        <a:buFontTx/>
        <a:buNone/>
        <a:tabLst/>
        <a:defRPr b="0" baseline="0" cap="none" i="0" spc="0" strike="noStrike" sz="1600" u="none">
          <a:solidFill>
            <a:schemeClr val="tx1"/>
          </a:solidFill>
          <a:uFillTx/>
          <a:latin typeface="+mn-lt"/>
          <a:ea typeface="+mn-ea"/>
          <a:cs typeface="+mn-cs"/>
          <a:sym typeface="Helvetica Neue Light"/>
        </a:defRPr>
      </a:lvl1pPr>
      <a:lvl2pPr marL="0" marR="0" indent="228600" algn="ctr" defTabSz="584200" latinLnBrk="0">
        <a:lnSpc>
          <a:spcPct val="100000"/>
        </a:lnSpc>
        <a:spcBef>
          <a:spcPts val="0"/>
        </a:spcBef>
        <a:spcAft>
          <a:spcPts val="0"/>
        </a:spcAft>
        <a:buClrTx/>
        <a:buSzTx/>
        <a:buFontTx/>
        <a:buNone/>
        <a:tabLst/>
        <a:defRPr b="0" baseline="0" cap="none" i="0" spc="0" strike="noStrike" sz="1600" u="none">
          <a:solidFill>
            <a:schemeClr val="tx1"/>
          </a:solidFill>
          <a:uFillTx/>
          <a:latin typeface="+mn-lt"/>
          <a:ea typeface="+mn-ea"/>
          <a:cs typeface="+mn-cs"/>
          <a:sym typeface="Helvetica Neue Light"/>
        </a:defRPr>
      </a:lvl2pPr>
      <a:lvl3pPr marL="0" marR="0" indent="457200" algn="ctr" defTabSz="584200" latinLnBrk="0">
        <a:lnSpc>
          <a:spcPct val="100000"/>
        </a:lnSpc>
        <a:spcBef>
          <a:spcPts val="0"/>
        </a:spcBef>
        <a:spcAft>
          <a:spcPts val="0"/>
        </a:spcAft>
        <a:buClrTx/>
        <a:buSzTx/>
        <a:buFontTx/>
        <a:buNone/>
        <a:tabLst/>
        <a:defRPr b="0" baseline="0" cap="none" i="0" spc="0" strike="noStrike" sz="1600" u="none">
          <a:solidFill>
            <a:schemeClr val="tx1"/>
          </a:solidFill>
          <a:uFillTx/>
          <a:latin typeface="+mn-lt"/>
          <a:ea typeface="+mn-ea"/>
          <a:cs typeface="+mn-cs"/>
          <a:sym typeface="Helvetica Neue Light"/>
        </a:defRPr>
      </a:lvl3pPr>
      <a:lvl4pPr marL="0" marR="0" indent="685800" algn="ctr" defTabSz="584200" latinLnBrk="0">
        <a:lnSpc>
          <a:spcPct val="100000"/>
        </a:lnSpc>
        <a:spcBef>
          <a:spcPts val="0"/>
        </a:spcBef>
        <a:spcAft>
          <a:spcPts val="0"/>
        </a:spcAft>
        <a:buClrTx/>
        <a:buSzTx/>
        <a:buFontTx/>
        <a:buNone/>
        <a:tabLst/>
        <a:defRPr b="0" baseline="0" cap="none" i="0" spc="0" strike="noStrike" sz="1600" u="none">
          <a:solidFill>
            <a:schemeClr val="tx1"/>
          </a:solidFill>
          <a:uFillTx/>
          <a:latin typeface="+mn-lt"/>
          <a:ea typeface="+mn-ea"/>
          <a:cs typeface="+mn-cs"/>
          <a:sym typeface="Helvetica Neue Light"/>
        </a:defRPr>
      </a:lvl4pPr>
      <a:lvl5pPr marL="0" marR="0" indent="914400" algn="ctr" defTabSz="584200" latinLnBrk="0">
        <a:lnSpc>
          <a:spcPct val="100000"/>
        </a:lnSpc>
        <a:spcBef>
          <a:spcPts val="0"/>
        </a:spcBef>
        <a:spcAft>
          <a:spcPts val="0"/>
        </a:spcAft>
        <a:buClrTx/>
        <a:buSzTx/>
        <a:buFontTx/>
        <a:buNone/>
        <a:tabLst/>
        <a:defRPr b="0" baseline="0" cap="none" i="0" spc="0" strike="noStrike" sz="1600" u="none">
          <a:solidFill>
            <a:schemeClr val="tx1"/>
          </a:solidFill>
          <a:uFillTx/>
          <a:latin typeface="+mn-lt"/>
          <a:ea typeface="+mn-ea"/>
          <a:cs typeface="+mn-cs"/>
          <a:sym typeface="Helvetica Neue Light"/>
        </a:defRPr>
      </a:lvl5pPr>
      <a:lvl6pPr marL="0" marR="0" indent="1143000" algn="ctr" defTabSz="584200" latinLnBrk="0">
        <a:lnSpc>
          <a:spcPct val="100000"/>
        </a:lnSpc>
        <a:spcBef>
          <a:spcPts val="0"/>
        </a:spcBef>
        <a:spcAft>
          <a:spcPts val="0"/>
        </a:spcAft>
        <a:buClrTx/>
        <a:buSzTx/>
        <a:buFontTx/>
        <a:buNone/>
        <a:tabLst/>
        <a:defRPr b="0" baseline="0" cap="none" i="0" spc="0" strike="noStrike" sz="1600" u="none">
          <a:solidFill>
            <a:schemeClr val="tx1"/>
          </a:solidFill>
          <a:uFillTx/>
          <a:latin typeface="+mn-lt"/>
          <a:ea typeface="+mn-ea"/>
          <a:cs typeface="+mn-cs"/>
          <a:sym typeface="Helvetica Neue Light"/>
        </a:defRPr>
      </a:lvl6pPr>
      <a:lvl7pPr marL="0" marR="0" indent="1371600" algn="ctr" defTabSz="584200" latinLnBrk="0">
        <a:lnSpc>
          <a:spcPct val="100000"/>
        </a:lnSpc>
        <a:spcBef>
          <a:spcPts val="0"/>
        </a:spcBef>
        <a:spcAft>
          <a:spcPts val="0"/>
        </a:spcAft>
        <a:buClrTx/>
        <a:buSzTx/>
        <a:buFontTx/>
        <a:buNone/>
        <a:tabLst/>
        <a:defRPr b="0" baseline="0" cap="none" i="0" spc="0" strike="noStrike" sz="1600" u="none">
          <a:solidFill>
            <a:schemeClr val="tx1"/>
          </a:solidFill>
          <a:uFillTx/>
          <a:latin typeface="+mn-lt"/>
          <a:ea typeface="+mn-ea"/>
          <a:cs typeface="+mn-cs"/>
          <a:sym typeface="Helvetica Neue Light"/>
        </a:defRPr>
      </a:lvl7pPr>
      <a:lvl8pPr marL="0" marR="0" indent="1600200" algn="ctr" defTabSz="584200" latinLnBrk="0">
        <a:lnSpc>
          <a:spcPct val="100000"/>
        </a:lnSpc>
        <a:spcBef>
          <a:spcPts val="0"/>
        </a:spcBef>
        <a:spcAft>
          <a:spcPts val="0"/>
        </a:spcAft>
        <a:buClrTx/>
        <a:buSzTx/>
        <a:buFontTx/>
        <a:buNone/>
        <a:tabLst/>
        <a:defRPr b="0" baseline="0" cap="none" i="0" spc="0" strike="noStrike" sz="1600" u="none">
          <a:solidFill>
            <a:schemeClr val="tx1"/>
          </a:solidFill>
          <a:uFillTx/>
          <a:latin typeface="+mn-lt"/>
          <a:ea typeface="+mn-ea"/>
          <a:cs typeface="+mn-cs"/>
          <a:sym typeface="Helvetica Neue Light"/>
        </a:defRPr>
      </a:lvl8pPr>
      <a:lvl9pPr marL="0" marR="0" indent="1828800" algn="ctr" defTabSz="584200" latinLnBrk="0">
        <a:lnSpc>
          <a:spcPct val="100000"/>
        </a:lnSpc>
        <a:spcBef>
          <a:spcPts val="0"/>
        </a:spcBef>
        <a:spcAft>
          <a:spcPts val="0"/>
        </a:spcAft>
        <a:buClrTx/>
        <a:buSzTx/>
        <a:buFontTx/>
        <a:buNone/>
        <a:tabLst/>
        <a:defRPr b="0" baseline="0" cap="none" i="0" spc="0" strike="noStrike" sz="1600" u="none">
          <a:solidFill>
            <a:schemeClr val="tx1"/>
          </a:solidFill>
          <a:uFillTx/>
          <a:latin typeface="+mn-lt"/>
          <a:ea typeface="+mn-ea"/>
          <a:cs typeface="+mn-cs"/>
          <a:sym typeface="Helvetica Neue Light"/>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s>

</file>

<file path=ppt/slides/_rels/slide3.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png"/></Relationships>

</file>

<file path=ppt/slides/_rels/slide4.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s>

</file>

<file path=ppt/slides/_rels/slide5.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s>

</file>

<file path=ppt/slides/_rels/slide6.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png"/></Relationships>

</file>

<file path=ppt/slides/_rels/slide7.xml.rels><?xml version="1.0" encoding="UTF-8"?>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hyperlink" Target="https://www.guru99.com/testing-tools.html" TargetMode="Externa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9" name="Market Survey for Software Testing"/>
          <p:cNvSpPr txBox="1"/>
          <p:nvPr>
            <p:ph type="ctrTitle"/>
          </p:nvPr>
        </p:nvSpPr>
        <p:spPr>
          <a:xfrm>
            <a:off x="1225757" y="893961"/>
            <a:ext cx="8765993" cy="3302001"/>
          </a:xfrm>
          <a:prstGeom prst="rect">
            <a:avLst/>
          </a:prstGeom>
        </p:spPr>
        <p:txBody>
          <a:bodyPr/>
          <a:lstStyle>
            <a:lvl1pPr algn="l">
              <a:defRPr b="1" sz="4000">
                <a:latin typeface="Helvetica Neue"/>
                <a:ea typeface="Helvetica Neue"/>
                <a:cs typeface="Helvetica Neue"/>
                <a:sym typeface="Helvetica Neue"/>
              </a:defRPr>
            </a:lvl1pPr>
          </a:lstStyle>
          <a:p>
            <a:pPr/>
            <a:r>
              <a:t>Market Survey for Software Testing</a:t>
            </a:r>
          </a:p>
        </p:txBody>
      </p:sp>
      <p:sp>
        <p:nvSpPr>
          <p:cNvPr id="120" name="內文"/>
          <p:cNvSpPr txBox="1"/>
          <p:nvPr>
            <p:ph type="subTitle" sz="quarter" idx="1"/>
          </p:nvPr>
        </p:nvSpPr>
        <p:spPr>
          <a:xfrm>
            <a:off x="1233966" y="4311650"/>
            <a:ext cx="11456048" cy="1130300"/>
          </a:xfrm>
          <a:prstGeom prst="rect">
            <a:avLst/>
          </a:prstGeom>
        </p:spPr>
        <p:txBody>
          <a:bodyPr/>
          <a:lstStyle/>
          <a:p>
            <a:pPr algn="l">
              <a:spcBef>
                <a:spcPts val="4200"/>
              </a:spcBef>
              <a:defRPr sz="2000"/>
            </a:pPr>
          </a:p>
        </p:txBody>
      </p:sp>
      <p:sp>
        <p:nvSpPr>
          <p:cNvPr id="121" name="幻燈片編號"/>
          <p:cNvSpPr txBox="1"/>
          <p:nvPr>
            <p:ph type="sldNum" sz="quarter" idx="4294967295"/>
          </p:nvPr>
        </p:nvSpPr>
        <p:spPr>
          <a:xfrm>
            <a:off x="6385373" y="9296400"/>
            <a:ext cx="227280" cy="324306"/>
          </a:xfrm>
          <a:prstGeom prst="rect">
            <a:avLst/>
          </a:prstGeom>
          <a:extLst>
            <a:ext uri="{C572A759-6A51-4108-AA02-DFA0A04FC94B}">
              <ma14:wrappingTextBoxFlag xmlns:ma14="http://schemas.microsoft.com/office/mac/drawingml/2011/main" val="1"/>
            </a:ext>
          </a:extLst>
        </p:spPr>
        <p:txBody>
          <a:bodyPr/>
          <a:lstStyle>
            <a:lvl1pPr>
              <a:defRPr>
                <a:latin typeface="Helvetica Neue Thin"/>
                <a:ea typeface="Helvetica Neue Thin"/>
                <a:cs typeface="Helvetica Neue Thin"/>
                <a:sym typeface="Helvetica Neue Thin"/>
              </a:defRPr>
            </a:lvl1pPr>
          </a:lstStyle>
          <a:p>
            <a:pPr/>
            <a:fld id="{86CB4B4D-7CA3-9044-876B-883B54F8677D}" type="slidenum"/>
          </a:p>
        </p:txBody>
      </p:sp>
      <p:sp>
        <p:nvSpPr>
          <p:cNvPr id="122" name="王凡 R08921104 吳意凡 2019 Fall Week 6"/>
          <p:cNvSpPr txBox="1"/>
          <p:nvPr/>
        </p:nvSpPr>
        <p:spPr>
          <a:xfrm>
            <a:off x="4502490" y="6635586"/>
            <a:ext cx="6206609" cy="209217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p>
            <a:pPr algn="l">
              <a:spcBef>
                <a:spcPts val="4200"/>
              </a:spcBef>
              <a:defRPr b="0"/>
            </a:pPr>
            <a:r>
              <a:t>王凡</a:t>
            </a:r>
            <a:br/>
            <a:r>
              <a:t>R08921104 吳意凡</a:t>
            </a:r>
            <a:br/>
            <a:r>
              <a:t>2019 Fall Week 6</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4" name="Revenue"/>
          <p:cNvSpPr txBox="1"/>
          <p:nvPr>
            <p:ph type="title"/>
          </p:nvPr>
        </p:nvSpPr>
        <p:spPr>
          <a:prstGeom prst="rect">
            <a:avLst/>
          </a:prstGeom>
        </p:spPr>
        <p:txBody>
          <a:bodyPr/>
          <a:lstStyle/>
          <a:p>
            <a:pPr/>
            <a:r>
              <a:t>Revenue</a:t>
            </a:r>
          </a:p>
        </p:txBody>
      </p:sp>
      <p:sp>
        <p:nvSpPr>
          <p:cNvPr id="125" name="Zion Market Research https://www.zionmarketresearch.com/report/test-automation-market…"/>
          <p:cNvSpPr txBox="1"/>
          <p:nvPr>
            <p:ph type="body" idx="1"/>
          </p:nvPr>
        </p:nvSpPr>
        <p:spPr>
          <a:prstGeom prst="rect">
            <a:avLst/>
          </a:prstGeom>
        </p:spPr>
        <p:txBody>
          <a:bodyPr/>
          <a:lstStyle/>
          <a:p>
            <a:pPr/>
            <a:r>
              <a:t>Zion Market Research</a:t>
            </a:r>
            <a:br/>
            <a:r>
              <a:t>https://www.zionmarketresearch.com/report/test-automation-market</a:t>
            </a:r>
          </a:p>
          <a:p>
            <a:pPr/>
            <a:r>
              <a:t>Global test automation market is expected to reach USD </a:t>
            </a:r>
            <a:r>
              <a:rPr>
                <a:solidFill>
                  <a:srgbClr val="FF2600"/>
                </a:solidFill>
              </a:rPr>
              <a:t>54.98 billion</a:t>
            </a:r>
            <a:r>
              <a:t> by 2022, growing at a CAGR of </a:t>
            </a:r>
            <a:r>
              <a:rPr>
                <a:solidFill>
                  <a:srgbClr val="FF2600"/>
                </a:solidFill>
              </a:rPr>
              <a:t>23.01%</a:t>
            </a:r>
            <a:r>
              <a:t> between 2017 and 2022.</a:t>
            </a:r>
          </a:p>
        </p:txBody>
      </p:sp>
      <p:sp>
        <p:nvSpPr>
          <p:cNvPr id="126" name="幻燈片編號"/>
          <p:cNvSpPr txBox="1"/>
          <p:nvPr>
            <p:ph type="sldNum" sz="quarter" idx="2"/>
          </p:nvPr>
        </p:nvSpPr>
        <p:spPr>
          <a:xfrm>
            <a:off x="6385373" y="9296400"/>
            <a:ext cx="227280" cy="324306"/>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127" name="影像" descr="影像"/>
          <p:cNvPicPr>
            <a:picLocks noChangeAspect="1"/>
          </p:cNvPicPr>
          <p:nvPr/>
        </p:nvPicPr>
        <p:blipFill>
          <a:blip r:embed="rId2">
            <a:extLst/>
          </a:blip>
          <a:stretch>
            <a:fillRect/>
          </a:stretch>
        </p:blipFill>
        <p:spPr>
          <a:xfrm>
            <a:off x="6079152" y="5950942"/>
            <a:ext cx="6556088" cy="3540091"/>
          </a:xfrm>
          <a:prstGeom prst="rect">
            <a:avLst/>
          </a:prstGeom>
          <a:ln w="12700">
            <a:miter lim="400000"/>
          </a:ln>
        </p:spPr>
      </p:pic>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9" name="Software Testing Services in the US…"/>
          <p:cNvSpPr txBox="1"/>
          <p:nvPr>
            <p:ph type="title"/>
          </p:nvPr>
        </p:nvSpPr>
        <p:spPr>
          <a:prstGeom prst="rect">
            <a:avLst/>
          </a:prstGeom>
        </p:spPr>
        <p:txBody>
          <a:bodyPr/>
          <a:lstStyle/>
          <a:p>
            <a:pPr/>
            <a:r>
              <a:t>Software Testing Services in the US</a:t>
            </a:r>
          </a:p>
          <a:p>
            <a:pPr/>
            <a:r>
              <a:t>(2003 - 2024)</a:t>
            </a:r>
          </a:p>
        </p:txBody>
      </p:sp>
      <p:sp>
        <p:nvSpPr>
          <p:cNvPr id="130" name="The market size, measured by revenue, of the Software Testing Services industry is $4.1bn in 2019.…"/>
          <p:cNvSpPr txBox="1"/>
          <p:nvPr>
            <p:ph type="body" idx="1"/>
          </p:nvPr>
        </p:nvSpPr>
        <p:spPr>
          <a:prstGeom prst="rect">
            <a:avLst/>
          </a:prstGeom>
        </p:spPr>
        <p:txBody>
          <a:bodyPr/>
          <a:lstStyle/>
          <a:p>
            <a:pPr/>
            <a:r>
              <a:t>The market size, measured by revenue, of the Software Testing Services industry is $4.1bn in 2019.</a:t>
            </a:r>
          </a:p>
          <a:p>
            <a:pPr/>
            <a:r>
              <a:t>The market size of the Software Testing Services industry is expected to increase 4.9% in 2019.</a:t>
            </a:r>
          </a:p>
        </p:txBody>
      </p:sp>
      <p:sp>
        <p:nvSpPr>
          <p:cNvPr id="131" name="幻燈片編號"/>
          <p:cNvSpPr txBox="1"/>
          <p:nvPr>
            <p:ph type="sldNum" sz="quarter" idx="2"/>
          </p:nvPr>
        </p:nvSpPr>
        <p:spPr>
          <a:xfrm>
            <a:off x="6385373" y="9296400"/>
            <a:ext cx="227280" cy="324306"/>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132" name="影像" descr="影像"/>
          <p:cNvPicPr>
            <a:picLocks noChangeAspect="1"/>
          </p:cNvPicPr>
          <p:nvPr/>
        </p:nvPicPr>
        <p:blipFill>
          <a:blip r:embed="rId2">
            <a:extLst/>
          </a:blip>
          <a:stretch>
            <a:fillRect/>
          </a:stretch>
        </p:blipFill>
        <p:spPr>
          <a:xfrm>
            <a:off x="3880916" y="5185669"/>
            <a:ext cx="5506379" cy="4296379"/>
          </a:xfrm>
          <a:prstGeom prst="rect">
            <a:avLst/>
          </a:prstGeom>
          <a:ln w="12700">
            <a:miter lim="400000"/>
          </a:ln>
        </p:spPr>
      </p:pic>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4" name="Software Testing Services in the US…"/>
          <p:cNvSpPr txBox="1"/>
          <p:nvPr>
            <p:ph type="title"/>
          </p:nvPr>
        </p:nvSpPr>
        <p:spPr>
          <a:prstGeom prst="rect">
            <a:avLst/>
          </a:prstGeom>
        </p:spPr>
        <p:txBody>
          <a:bodyPr/>
          <a:lstStyle/>
          <a:p>
            <a:pPr/>
            <a:r>
              <a:t>Software Testing Services in the US</a:t>
            </a:r>
          </a:p>
          <a:p>
            <a:pPr/>
            <a:r>
              <a:t>Number of Businesses</a:t>
            </a:r>
          </a:p>
        </p:txBody>
      </p:sp>
      <p:sp>
        <p:nvSpPr>
          <p:cNvPr id="135" name="There are 2,064 Software Testing Services businesses in the US as of 2019.…"/>
          <p:cNvSpPr txBox="1"/>
          <p:nvPr>
            <p:ph type="body" idx="1"/>
          </p:nvPr>
        </p:nvSpPr>
        <p:spPr>
          <a:prstGeom prst="rect">
            <a:avLst/>
          </a:prstGeom>
        </p:spPr>
        <p:txBody>
          <a:bodyPr/>
          <a:lstStyle/>
          <a:p>
            <a:pPr/>
            <a:r>
              <a:t>There are 2,064 Software Testing Services businesses in the US as of 2019.</a:t>
            </a:r>
          </a:p>
          <a:p>
            <a:pPr/>
            <a:r>
              <a:t>The number of businesses in the Software Testing Services industry is expected to grow 2.5% in 2019.</a:t>
            </a:r>
          </a:p>
        </p:txBody>
      </p:sp>
      <p:sp>
        <p:nvSpPr>
          <p:cNvPr id="136" name="幻燈片編號"/>
          <p:cNvSpPr txBox="1"/>
          <p:nvPr>
            <p:ph type="sldNum" sz="quarter" idx="2"/>
          </p:nvPr>
        </p:nvSpPr>
        <p:spPr>
          <a:xfrm>
            <a:off x="6385373" y="9296400"/>
            <a:ext cx="227280" cy="324306"/>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137" name="影像" descr="影像"/>
          <p:cNvPicPr>
            <a:picLocks noChangeAspect="1"/>
          </p:cNvPicPr>
          <p:nvPr/>
        </p:nvPicPr>
        <p:blipFill>
          <a:blip r:embed="rId2">
            <a:extLst/>
          </a:blip>
          <a:stretch>
            <a:fillRect/>
          </a:stretch>
        </p:blipFill>
        <p:spPr>
          <a:xfrm>
            <a:off x="6976141" y="5125659"/>
            <a:ext cx="5468984" cy="4267201"/>
          </a:xfrm>
          <a:prstGeom prst="rect">
            <a:avLst/>
          </a:prstGeom>
          <a:ln w="12700">
            <a:miter lim="400000"/>
          </a:ln>
        </p:spPr>
      </p:pic>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9" name="Software Testing Services in the US…"/>
          <p:cNvSpPr txBox="1"/>
          <p:nvPr>
            <p:ph type="title"/>
          </p:nvPr>
        </p:nvSpPr>
        <p:spPr>
          <a:prstGeom prst="rect">
            <a:avLst/>
          </a:prstGeom>
        </p:spPr>
        <p:txBody>
          <a:bodyPr/>
          <a:lstStyle/>
          <a:p>
            <a:pPr/>
            <a:r>
              <a:t>Software Testing Services in the US</a:t>
            </a:r>
          </a:p>
          <a:p>
            <a:pPr/>
            <a:r>
              <a:t>Number of Businesses</a:t>
            </a:r>
          </a:p>
        </p:txBody>
      </p:sp>
      <p:sp>
        <p:nvSpPr>
          <p:cNvPr id="140" name="The Software Testing Services industry has low market share concentration and there are no companies with more than 5% market share."/>
          <p:cNvSpPr txBox="1"/>
          <p:nvPr>
            <p:ph type="body" idx="1"/>
          </p:nvPr>
        </p:nvSpPr>
        <p:spPr>
          <a:prstGeom prst="rect">
            <a:avLst/>
          </a:prstGeom>
        </p:spPr>
        <p:txBody>
          <a:bodyPr/>
          <a:lstStyle/>
          <a:p>
            <a:pPr/>
            <a:r>
              <a:t>The Software Testing Services industry has low market share concentration and there are no companies with more than 5% market share.</a:t>
            </a:r>
          </a:p>
        </p:txBody>
      </p:sp>
      <p:sp>
        <p:nvSpPr>
          <p:cNvPr id="141" name="幻燈片編號"/>
          <p:cNvSpPr txBox="1"/>
          <p:nvPr>
            <p:ph type="sldNum" sz="quarter" idx="2"/>
          </p:nvPr>
        </p:nvSpPr>
        <p:spPr>
          <a:xfrm>
            <a:off x="6385373" y="9296400"/>
            <a:ext cx="227280" cy="324306"/>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142" name="影像" descr="影像"/>
          <p:cNvPicPr>
            <a:picLocks noChangeAspect="1"/>
          </p:cNvPicPr>
          <p:nvPr/>
        </p:nvPicPr>
        <p:blipFill>
          <a:blip r:embed="rId2">
            <a:extLst/>
          </a:blip>
          <a:stretch>
            <a:fillRect/>
          </a:stretch>
        </p:blipFill>
        <p:spPr>
          <a:xfrm>
            <a:off x="5709284" y="4326468"/>
            <a:ext cx="6140287" cy="4790988"/>
          </a:xfrm>
          <a:prstGeom prst="rect">
            <a:avLst/>
          </a:prstGeom>
          <a:ln w="12700">
            <a:miter lim="400000"/>
          </a:ln>
        </p:spPr>
      </p:pic>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4" name="US Mobile Application Testing Services Market Size"/>
          <p:cNvSpPr txBox="1"/>
          <p:nvPr>
            <p:ph type="title"/>
          </p:nvPr>
        </p:nvSpPr>
        <p:spPr>
          <a:prstGeom prst="rect">
            <a:avLst/>
          </a:prstGeom>
        </p:spPr>
        <p:txBody>
          <a:bodyPr/>
          <a:lstStyle/>
          <a:p>
            <a:pPr/>
            <a:r>
              <a:t>US Mobile Application Testing Services Market Size</a:t>
            </a:r>
          </a:p>
        </p:txBody>
      </p:sp>
      <p:sp>
        <p:nvSpPr>
          <p:cNvPr id="145" name="內文"/>
          <p:cNvSpPr txBox="1"/>
          <p:nvPr>
            <p:ph type="body" idx="1"/>
          </p:nvPr>
        </p:nvSpPr>
        <p:spPr>
          <a:prstGeom prst="rect">
            <a:avLst/>
          </a:prstGeom>
        </p:spPr>
        <p:txBody>
          <a:bodyPr/>
          <a:lstStyle/>
          <a:p>
            <a:pPr/>
          </a:p>
        </p:txBody>
      </p:sp>
      <p:sp>
        <p:nvSpPr>
          <p:cNvPr id="146" name="幻燈片編號"/>
          <p:cNvSpPr txBox="1"/>
          <p:nvPr>
            <p:ph type="sldNum" sz="quarter" idx="2"/>
          </p:nvPr>
        </p:nvSpPr>
        <p:spPr>
          <a:xfrm>
            <a:off x="6385373" y="9296400"/>
            <a:ext cx="227280" cy="324306"/>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147" name="影像" descr="影像"/>
          <p:cNvPicPr>
            <a:picLocks noChangeAspect="1"/>
          </p:cNvPicPr>
          <p:nvPr/>
        </p:nvPicPr>
        <p:blipFill>
          <a:blip r:embed="rId2">
            <a:extLst/>
          </a:blip>
          <a:stretch>
            <a:fillRect/>
          </a:stretch>
        </p:blipFill>
        <p:spPr>
          <a:xfrm>
            <a:off x="1879144" y="4672669"/>
            <a:ext cx="9246512" cy="4155923"/>
          </a:xfrm>
          <a:prstGeom prst="rect">
            <a:avLst/>
          </a:prstGeom>
          <a:ln w="12700">
            <a:miter lim="400000"/>
          </a:ln>
        </p:spPr>
      </p:pic>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9" name="Trends and Growth"/>
          <p:cNvSpPr txBox="1"/>
          <p:nvPr>
            <p:ph type="title"/>
          </p:nvPr>
        </p:nvSpPr>
        <p:spPr>
          <a:prstGeom prst="rect">
            <a:avLst/>
          </a:prstGeom>
        </p:spPr>
        <p:txBody>
          <a:bodyPr/>
          <a:lstStyle/>
          <a:p>
            <a:pPr/>
            <a:r>
              <a:t>Trends and Growth </a:t>
            </a:r>
          </a:p>
        </p:txBody>
      </p:sp>
      <p:sp>
        <p:nvSpPr>
          <p:cNvPr id="150" name="https://www.qasymphony.com/blog/2019-software-testing-trends-top-predictions-year-ahead/…"/>
          <p:cNvSpPr txBox="1"/>
          <p:nvPr>
            <p:ph type="body" idx="1"/>
          </p:nvPr>
        </p:nvSpPr>
        <p:spPr>
          <a:prstGeom prst="rect">
            <a:avLst/>
          </a:prstGeom>
        </p:spPr>
        <p:txBody>
          <a:bodyPr/>
          <a:lstStyle/>
          <a:p>
            <a:pPr marL="275590" indent="-275590" defTabSz="362204">
              <a:spcBef>
                <a:spcPts val="2600"/>
              </a:spcBef>
              <a:defRPr sz="1984">
                <a:solidFill>
                  <a:srgbClr val="5151BD"/>
                </a:solidFill>
              </a:defRPr>
            </a:pPr>
            <a:r>
              <a:t>https://www.qasymphony.com/blog/2019-software-testing-trends-top-predictions-year-ahead/</a:t>
            </a:r>
          </a:p>
          <a:p>
            <a:pPr marL="275590" indent="-275590" defTabSz="362204">
              <a:spcBef>
                <a:spcPts val="2600"/>
              </a:spcBef>
              <a:defRPr sz="1984"/>
            </a:pPr>
            <a:r>
              <a:rPr>
                <a:solidFill>
                  <a:srgbClr val="FF2600"/>
                </a:solidFill>
              </a:rPr>
              <a:t>Software Quality</a:t>
            </a:r>
            <a:r>
              <a:t> Becomes a Cross-Functional Goal.</a:t>
            </a:r>
          </a:p>
          <a:p>
            <a:pPr marL="275590" indent="-275590" defTabSz="362204">
              <a:spcBef>
                <a:spcPts val="2600"/>
              </a:spcBef>
              <a:defRPr sz="1984"/>
            </a:pPr>
            <a:r>
              <a:rPr>
                <a:solidFill>
                  <a:srgbClr val="FF2600"/>
                </a:solidFill>
              </a:rPr>
              <a:t>Quality Assurance Shifts</a:t>
            </a:r>
            <a:r>
              <a:t> to Quality Engineering</a:t>
            </a:r>
          </a:p>
          <a:p>
            <a:pPr marL="275590" indent="-275590" defTabSz="362204">
              <a:spcBef>
                <a:spcPts val="2600"/>
              </a:spcBef>
              <a:defRPr sz="1984"/>
            </a:pPr>
            <a:r>
              <a:t>Organizations Democratize Load Testing</a:t>
            </a:r>
          </a:p>
          <a:p>
            <a:pPr marL="275590" indent="-275590" defTabSz="362204">
              <a:spcBef>
                <a:spcPts val="2600"/>
              </a:spcBef>
              <a:defRPr sz="1984"/>
            </a:pPr>
            <a:r>
              <a:t>Levels of Test Automation Increase</a:t>
            </a:r>
          </a:p>
          <a:p>
            <a:pPr marL="275590" indent="-275590" defTabSz="362204">
              <a:spcBef>
                <a:spcPts val="2600"/>
              </a:spcBef>
              <a:defRPr sz="1984"/>
            </a:pPr>
            <a:r>
              <a:t>Continuous Testing Goes Mainstream</a:t>
            </a:r>
          </a:p>
          <a:p>
            <a:pPr marL="275590" indent="-275590" defTabSz="362204">
              <a:spcBef>
                <a:spcPts val="2600"/>
              </a:spcBef>
              <a:defRPr sz="1984"/>
            </a:pPr>
            <a:r>
              <a:t>Behavior-Driven Development Reaches a New Level of Maturity</a:t>
            </a:r>
          </a:p>
          <a:p>
            <a:pPr marL="275590" indent="-275590" defTabSz="362204">
              <a:spcBef>
                <a:spcPts val="2600"/>
              </a:spcBef>
              <a:defRPr sz="1984"/>
            </a:pPr>
            <a:r>
              <a:rPr>
                <a:solidFill>
                  <a:srgbClr val="0433FF"/>
                </a:solidFill>
              </a:rPr>
              <a:t>AI and Machine Learning</a:t>
            </a:r>
            <a:r>
              <a:t> Continue to Come Into Focus</a:t>
            </a:r>
          </a:p>
          <a:p>
            <a:pPr marL="275590" indent="-275590" defTabSz="362204">
              <a:spcBef>
                <a:spcPts val="2600"/>
              </a:spcBef>
              <a:defRPr sz="1984"/>
            </a:pPr>
            <a:r>
              <a:rPr>
                <a:solidFill>
                  <a:srgbClr val="FF2600"/>
                </a:solidFill>
              </a:rPr>
              <a:t>Adaptability</a:t>
            </a:r>
            <a:r>
              <a:t> Becomes Even More Important for Testers</a:t>
            </a:r>
          </a:p>
          <a:p>
            <a:pPr marL="275590" indent="-275590" defTabSz="362204">
              <a:spcBef>
                <a:spcPts val="2600"/>
              </a:spcBef>
              <a:defRPr sz="1984"/>
            </a:pPr>
            <a:r>
              <a:t>Opportunities for Growth Abound</a:t>
            </a:r>
          </a:p>
        </p:txBody>
      </p:sp>
      <p:sp>
        <p:nvSpPr>
          <p:cNvPr id="151" name="幻燈片編號"/>
          <p:cNvSpPr txBox="1"/>
          <p:nvPr>
            <p:ph type="sldNum" sz="quarter" idx="2"/>
          </p:nvPr>
        </p:nvSpPr>
        <p:spPr>
          <a:xfrm>
            <a:off x="6385373" y="9296400"/>
            <a:ext cx="227280" cy="324306"/>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3" name="大標題"/>
          <p:cNvSpPr txBox="1"/>
          <p:nvPr>
            <p:ph type="title"/>
          </p:nvPr>
        </p:nvSpPr>
        <p:spPr>
          <a:prstGeom prst="rect">
            <a:avLst/>
          </a:prstGeom>
        </p:spPr>
        <p:txBody>
          <a:bodyPr/>
          <a:lstStyle/>
          <a:p>
            <a:pPr/>
          </a:p>
        </p:txBody>
      </p:sp>
      <p:sp>
        <p:nvSpPr>
          <p:cNvPr id="154" name="Software Quality Becomes a Cross-Functional Goal.…"/>
          <p:cNvSpPr txBox="1"/>
          <p:nvPr>
            <p:ph type="body" idx="1"/>
          </p:nvPr>
        </p:nvSpPr>
        <p:spPr>
          <a:prstGeom prst="rect">
            <a:avLst/>
          </a:prstGeom>
        </p:spPr>
        <p:txBody>
          <a:bodyPr/>
          <a:lstStyle/>
          <a:p>
            <a:pPr marL="408940" indent="-408940" defTabSz="537463">
              <a:spcBef>
                <a:spcPts val="3800"/>
              </a:spcBef>
              <a:defRPr sz="2944"/>
            </a:pPr>
            <a:r>
              <a:t>Software Quality Becomes a Cross-Functional Goal.</a:t>
            </a:r>
          </a:p>
          <a:p>
            <a:pPr marL="408940" indent="-408940" defTabSz="537463">
              <a:spcBef>
                <a:spcPts val="3800"/>
              </a:spcBef>
              <a:defRPr sz="2944"/>
            </a:pPr>
            <a:r>
              <a:t>AI and Machine Learning Continue to Come Into Focus</a:t>
            </a:r>
          </a:p>
          <a:p>
            <a:pPr marL="408940" indent="-408940" defTabSz="537463">
              <a:spcBef>
                <a:spcPts val="3800"/>
              </a:spcBef>
              <a:defRPr sz="2944"/>
            </a:pPr>
            <a:r>
              <a:rPr>
                <a:solidFill>
                  <a:srgbClr val="FF2600"/>
                </a:solidFill>
              </a:rPr>
              <a:t>Adaptability</a:t>
            </a:r>
            <a:r>
              <a:t> Becomes Even More Important for Testers</a:t>
            </a:r>
            <a:br/>
            <a:br/>
            <a:br/>
          </a:p>
          <a:p>
            <a:pPr marL="408940" indent="-408940" defTabSz="537463">
              <a:spcBef>
                <a:spcPts val="3800"/>
              </a:spcBef>
              <a:defRPr sz="2944"/>
            </a:pPr>
            <a:r>
              <a:t>The level of private investment in computers and software is directly related to demand for software testing services. Private investment in computers and software is expected to increase in 2018, presenting a potential opportunity for the industry.</a:t>
            </a:r>
          </a:p>
        </p:txBody>
      </p:sp>
      <p:sp>
        <p:nvSpPr>
          <p:cNvPr id="155" name="幻燈片編號"/>
          <p:cNvSpPr txBox="1"/>
          <p:nvPr>
            <p:ph type="sldNum" sz="quarter" idx="2"/>
          </p:nvPr>
        </p:nvSpPr>
        <p:spPr>
          <a:xfrm>
            <a:off x="6385373" y="9296400"/>
            <a:ext cx="227280" cy="324306"/>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7" name="Top 50"/>
          <p:cNvSpPr txBox="1"/>
          <p:nvPr>
            <p:ph type="title"/>
          </p:nvPr>
        </p:nvSpPr>
        <p:spPr>
          <a:prstGeom prst="rect">
            <a:avLst/>
          </a:prstGeom>
        </p:spPr>
        <p:txBody>
          <a:bodyPr/>
          <a:lstStyle/>
          <a:p>
            <a:pPr/>
            <a:r>
              <a:t>Top 50</a:t>
            </a:r>
          </a:p>
        </p:txBody>
      </p:sp>
      <p:sp>
        <p:nvSpPr>
          <p:cNvPr id="158" name="https://www.guru99.com/testing-tools.html…"/>
          <p:cNvSpPr txBox="1"/>
          <p:nvPr>
            <p:ph type="body" idx="1"/>
          </p:nvPr>
        </p:nvSpPr>
        <p:spPr>
          <a:prstGeom prst="rect">
            <a:avLst/>
          </a:prstGeom>
        </p:spPr>
        <p:txBody>
          <a:bodyPr/>
          <a:lstStyle/>
          <a:p>
            <a:pPr>
              <a:defRPr>
                <a:solidFill>
                  <a:srgbClr val="5151BD"/>
                </a:solidFill>
              </a:defRPr>
            </a:pPr>
            <a:r>
              <a:rPr u="sng">
                <a:hlinkClick r:id="rId2" invalidUrl="" action="" tgtFrame="" tooltip="" history="1" highlightClick="0" endSnd="0"/>
              </a:rPr>
              <a:t>https://www.guru99.com/testing-tools.html</a:t>
            </a:r>
          </a:p>
          <a:p>
            <a:pPr/>
            <a:r>
              <a:t>High Competitive !</a:t>
            </a:r>
          </a:p>
        </p:txBody>
      </p:sp>
      <p:sp>
        <p:nvSpPr>
          <p:cNvPr id="159" name="幻燈片編號"/>
          <p:cNvSpPr txBox="1"/>
          <p:nvPr>
            <p:ph type="sldNum" sz="quarter" idx="2"/>
          </p:nvPr>
        </p:nvSpPr>
        <p:spPr>
          <a:xfrm>
            <a:off x="6385373" y="9296400"/>
            <a:ext cx="227280" cy="324306"/>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White">
  <a:themeElements>
    <a:clrScheme name="White">
      <a:dk1>
        <a:srgbClr val="000000"/>
      </a:dk1>
      <a:lt1>
        <a:srgbClr val="FFFFFF"/>
      </a:lt1>
      <a:dk2>
        <a:srgbClr val="5E5E5E"/>
      </a:dk2>
      <a:lt2>
        <a:srgbClr val="D6D5D5"/>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White">
      <a:majorFont>
        <a:latin typeface="Helvetica Neue Medium"/>
        <a:ea typeface="Helvetica Neue Medium"/>
        <a:cs typeface="Helvetica Neue Medium"/>
      </a:majorFont>
      <a:minorFont>
        <a:latin typeface="Helvetica Neue Medium"/>
        <a:ea typeface="Helvetica Neue Medium"/>
        <a:cs typeface="Helvetica Neue Medium"/>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584200" rtl="0" fontAlgn="auto" latinLnBrk="0" hangingPunct="0">
          <a:lnSpc>
            <a:spcPct val="100000"/>
          </a:lnSpc>
          <a:spcBef>
            <a:spcPts val="0"/>
          </a:spcBef>
          <a:spcAft>
            <a:spcPts val="0"/>
          </a:spcAft>
          <a:buClrTx/>
          <a:buSzTx/>
          <a:buFontTx/>
          <a:buNone/>
          <a:tabLst/>
          <a:defRPr b="0" baseline="0" cap="none" i="0" spc="0" strike="noStrike" sz="2200" u="none" kumimoji="0" normalizeH="0">
            <a:ln>
              <a:noFill/>
            </a:ln>
            <a:solidFill>
              <a:srgbClr val="FFFFFF"/>
            </a:solidFill>
            <a:effectLst/>
            <a:uFillTx/>
            <a:latin typeface="+mn-lt"/>
            <a:ea typeface="+mn-ea"/>
            <a:cs typeface="+mn-cs"/>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584200" rtl="0" fontAlgn="auto" latinLnBrk="0" hangingPunct="0">
          <a:lnSpc>
            <a:spcPct val="100000"/>
          </a:lnSpc>
          <a:spcBef>
            <a:spcPts val="0"/>
          </a:spcBef>
          <a:spcAft>
            <a:spcPts val="0"/>
          </a:spcAft>
          <a:buClrTx/>
          <a:buSzTx/>
          <a:buFontTx/>
          <a:buNone/>
          <a:tabLst/>
          <a:defRPr b="1" baseline="0" cap="none" i="0" spc="0" strike="noStrike" sz="2400" u="none" kumimoji="0" normalizeH="0">
            <a:ln>
              <a:noFill/>
            </a:ln>
            <a:solidFill>
              <a:srgbClr val="000000"/>
            </a:solidFill>
            <a:effectLst/>
            <a:uFillTx/>
            <a:latin typeface="Helvetica Neue"/>
            <a:ea typeface="Helvetica Neue"/>
            <a:cs typeface="Helvetica Neue"/>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White">
  <a:themeElements>
    <a:clrScheme name="White">
      <a:dk1>
        <a:srgbClr val="000000"/>
      </a:dk1>
      <a:lt1>
        <a:srgbClr val="FFFFFF"/>
      </a:lt1>
      <a:dk2>
        <a:srgbClr val="5E5E5E"/>
      </a:dk2>
      <a:lt2>
        <a:srgbClr val="D6D5D5"/>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White">
      <a:majorFont>
        <a:latin typeface="Helvetica Neue Medium"/>
        <a:ea typeface="Helvetica Neue Medium"/>
        <a:cs typeface="Helvetica Neue Medium"/>
      </a:majorFont>
      <a:minorFont>
        <a:latin typeface="Helvetica Neue Medium"/>
        <a:ea typeface="Helvetica Neue Medium"/>
        <a:cs typeface="Helvetica Neue Medium"/>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584200" rtl="0" fontAlgn="auto" latinLnBrk="0" hangingPunct="0">
          <a:lnSpc>
            <a:spcPct val="100000"/>
          </a:lnSpc>
          <a:spcBef>
            <a:spcPts val="0"/>
          </a:spcBef>
          <a:spcAft>
            <a:spcPts val="0"/>
          </a:spcAft>
          <a:buClrTx/>
          <a:buSzTx/>
          <a:buFontTx/>
          <a:buNone/>
          <a:tabLst/>
          <a:defRPr b="0" baseline="0" cap="none" i="0" spc="0" strike="noStrike" sz="2200" u="none" kumimoji="0" normalizeH="0">
            <a:ln>
              <a:noFill/>
            </a:ln>
            <a:solidFill>
              <a:srgbClr val="FFFFFF"/>
            </a:solidFill>
            <a:effectLst/>
            <a:uFillTx/>
            <a:latin typeface="+mn-lt"/>
            <a:ea typeface="+mn-ea"/>
            <a:cs typeface="+mn-cs"/>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584200" rtl="0" fontAlgn="auto" latinLnBrk="0" hangingPunct="0">
          <a:lnSpc>
            <a:spcPct val="100000"/>
          </a:lnSpc>
          <a:spcBef>
            <a:spcPts val="0"/>
          </a:spcBef>
          <a:spcAft>
            <a:spcPts val="0"/>
          </a:spcAft>
          <a:buClrTx/>
          <a:buSzTx/>
          <a:buFontTx/>
          <a:buNone/>
          <a:tabLst/>
          <a:defRPr b="1" baseline="0" cap="none" i="0" spc="0" strike="noStrike" sz="2400" u="none" kumimoji="0" normalizeH="0">
            <a:ln>
              <a:noFill/>
            </a:ln>
            <a:solidFill>
              <a:srgbClr val="000000"/>
            </a:solidFill>
            <a:effectLst/>
            <a:uFillTx/>
            <a:latin typeface="Helvetica Neue"/>
            <a:ea typeface="Helvetica Neue"/>
            <a:cs typeface="Helvetica Neue"/>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