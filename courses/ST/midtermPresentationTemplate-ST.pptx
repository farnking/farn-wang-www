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35121-FD54-4973-BC51-405E66E388C0}" type="datetimeFigureOut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9E177-F64A-44AD-AB8A-81D019D95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70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1C53F-9A97-4C47-9DC9-EE051A3EFCD3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0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952E-DB5C-461F-88B8-CFAACA8158D7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90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44E-1C67-4C5F-A7FC-B6E942F0BE01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30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E6FD1-DF3D-4305-AD64-95C60594B5EA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12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B6D0-5084-4AC9-8CE4-5041C679C9E7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37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83DC-4FDF-4E03-9242-5FB910FE0FA8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5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217BD-2654-40FA-AEAE-4B71AD18FABF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9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4511-0453-49AC-8AA1-6C7CB0306E07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33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5F4C1-2C72-4274-826A-184A5035F4D6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818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223BA-53D6-4325-BFDF-D6C5D92FE5A1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73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601D-BEB5-44DC-BB24-89A949BDF4EB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25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5981-8440-40A9-BE37-D6B9057EF010}" type="datetime1">
              <a:rPr lang="zh-TW" altLang="en-US" smtClean="0"/>
              <a:t>2016/9/27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EB49-5B0D-488C-A42D-8C976D7E80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13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most important work in Software Verification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Original authors</a:t>
            </a:r>
            <a:br>
              <a:rPr lang="en-US" altLang="zh-TW" dirty="0" smtClean="0"/>
            </a:br>
            <a:r>
              <a:rPr lang="en-US" altLang="zh-TW" dirty="0" smtClean="0"/>
              <a:t>Affiliations</a:t>
            </a:r>
            <a:br>
              <a:rPr lang="en-US" altLang="zh-TW" dirty="0" smtClean="0"/>
            </a:br>
            <a:r>
              <a:rPr lang="en-US" altLang="zh-TW" dirty="0" smtClean="0"/>
              <a:t> Publication conference, time</a:t>
            </a:r>
            <a:br>
              <a:rPr lang="en-US" altLang="zh-TW" dirty="0" smtClean="0"/>
            </a:br>
            <a:r>
              <a:rPr lang="en-US" altLang="zh-TW" dirty="0" smtClean="0"/>
              <a:t> </a:t>
            </a:r>
            <a:br>
              <a:rPr lang="en-US" altLang="zh-TW" dirty="0" smtClean="0"/>
            </a:br>
            <a:r>
              <a:rPr lang="en-US" altLang="zh-TW" dirty="0" smtClean="0"/>
              <a:t>Reporter Name, ID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 smtClean="0"/>
              <a:t>Software Testing Midterm Literature Reading Report, NTUEE, Fall 2016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37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 </a:t>
            </a:r>
            <a:br>
              <a:rPr lang="en-US" altLang="zh-TW" b="1" dirty="0" smtClean="0"/>
            </a:br>
            <a:r>
              <a:rPr lang="en-US" altLang="zh-TW" sz="3600" b="1" dirty="0" smtClean="0"/>
              <a:t>- Background 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environment of the work ….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darkness before the dawn ….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99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 </a:t>
            </a:r>
            <a:br>
              <a:rPr lang="en-US" altLang="zh-TW" b="1" dirty="0" smtClean="0"/>
            </a:br>
            <a:r>
              <a:rPr lang="en-US" altLang="zh-TW" sz="3600" b="1" dirty="0" smtClean="0"/>
              <a:t>- Motivation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Why </a:t>
            </a:r>
            <a:r>
              <a:rPr lang="en-US" altLang="zh-TW" dirty="0"/>
              <a:t>there is </a:t>
            </a:r>
            <a:r>
              <a:rPr lang="en-US" altLang="zh-TW" dirty="0" smtClean="0"/>
              <a:t>an important problem ? </a:t>
            </a:r>
          </a:p>
          <a:p>
            <a:r>
              <a:rPr lang="en-US" altLang="zh-TW" dirty="0" smtClean="0"/>
              <a:t>Brief problem definition. </a:t>
            </a:r>
          </a:p>
          <a:p>
            <a:r>
              <a:rPr lang="en-US" altLang="zh-TW" dirty="0" smtClean="0"/>
              <a:t>How </a:t>
            </a:r>
            <a:r>
              <a:rPr lang="en-US" altLang="zh-TW" dirty="0"/>
              <a:t>can </a:t>
            </a:r>
            <a:r>
              <a:rPr lang="en-US" altLang="zh-TW" dirty="0" smtClean="0"/>
              <a:t>the solution of the problem </a:t>
            </a:r>
            <a:r>
              <a:rPr lang="en-US" altLang="zh-TW" dirty="0"/>
              <a:t>be valuable </a:t>
            </a:r>
            <a:r>
              <a:rPr lang="en-US" altLang="zh-TW" dirty="0" smtClean="0"/>
              <a:t>?</a:t>
            </a:r>
          </a:p>
          <a:p>
            <a:r>
              <a:rPr lang="en-US" altLang="zh-TW" dirty="0" smtClean="0"/>
              <a:t>Why people want to use it ? </a:t>
            </a:r>
            <a:endParaRPr lang="zh-TW" altLang="zh-TW" dirty="0"/>
          </a:p>
          <a:p>
            <a:r>
              <a:rPr lang="en-US" altLang="zh-TW" dirty="0" smtClean="0"/>
              <a:t>Why people want to pay for it ?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23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 </a:t>
            </a:r>
            <a:br>
              <a:rPr lang="en-US" altLang="zh-TW" b="1" dirty="0" smtClean="0"/>
            </a:br>
            <a:r>
              <a:rPr lang="en-US" altLang="zh-TW" sz="3600" b="1" dirty="0" smtClean="0"/>
              <a:t>- Solution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r>
              <a:rPr lang="en-US" altLang="zh-TW" dirty="0" smtClean="0"/>
              <a:t>What </a:t>
            </a:r>
            <a:r>
              <a:rPr lang="en-US" altLang="zh-TW" dirty="0"/>
              <a:t>is the proposal ?  </a:t>
            </a:r>
            <a:endParaRPr lang="zh-TW" altLang="zh-TW" dirty="0"/>
          </a:p>
          <a:p>
            <a:r>
              <a:rPr lang="en-US" altLang="zh-TW" dirty="0" smtClean="0"/>
              <a:t>Why </a:t>
            </a:r>
            <a:r>
              <a:rPr lang="en-US" altLang="zh-TW" dirty="0"/>
              <a:t>can it solve the problem ?  </a:t>
            </a:r>
            <a:endParaRPr lang="en-US" altLang="zh-TW" dirty="0" smtClean="0"/>
          </a:p>
          <a:p>
            <a:r>
              <a:rPr lang="en-US" altLang="zh-TW" dirty="0" smtClean="0"/>
              <a:t>Why is it correct </a:t>
            </a:r>
            <a:r>
              <a:rPr lang="en-US" altLang="zh-TW" dirty="0"/>
              <a:t>? </a:t>
            </a:r>
            <a:endParaRPr lang="en-US" altLang="zh-TW" dirty="0" smtClean="0"/>
          </a:p>
          <a:p>
            <a:r>
              <a:rPr lang="en-US" altLang="zh-TW" dirty="0" smtClean="0"/>
              <a:t>Why </a:t>
            </a:r>
            <a:r>
              <a:rPr lang="en-US" altLang="zh-TW" dirty="0"/>
              <a:t>it performs efficiently ? </a:t>
            </a:r>
            <a:endParaRPr lang="en-US" altLang="zh-TW" dirty="0" smtClean="0"/>
          </a:p>
          <a:p>
            <a:r>
              <a:rPr lang="en-US" altLang="zh-TW" dirty="0" smtClean="0"/>
              <a:t>How </a:t>
            </a:r>
            <a:r>
              <a:rPr lang="en-US" altLang="zh-TW" dirty="0"/>
              <a:t>to design and evaluate the experiment, if any ?  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35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Related work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r>
              <a:rPr lang="en-US" altLang="zh-TW" dirty="0" smtClean="0"/>
              <a:t>What </a:t>
            </a:r>
            <a:r>
              <a:rPr lang="en-US" altLang="zh-TW" dirty="0"/>
              <a:t>has people already done ?  </a:t>
            </a:r>
            <a:endParaRPr lang="en-US" altLang="zh-TW" dirty="0" smtClean="0"/>
          </a:p>
          <a:p>
            <a:r>
              <a:rPr lang="en-US" altLang="zh-TW" dirty="0" smtClean="0"/>
              <a:t>What </a:t>
            </a:r>
            <a:r>
              <a:rPr lang="en-US" altLang="zh-TW" dirty="0"/>
              <a:t>is the contribution of the work comparing to related work ? 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67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Running 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pPr marL="0" indent="0">
              <a:buNone/>
            </a:pPr>
            <a:r>
              <a:rPr lang="en-US" altLang="zh-TW" dirty="0" smtClean="0"/>
              <a:t>A small example from practical world to explain </a:t>
            </a:r>
          </a:p>
          <a:p>
            <a:r>
              <a:rPr lang="en-US" altLang="zh-TW" dirty="0" smtClean="0"/>
              <a:t>the motivation, </a:t>
            </a:r>
          </a:p>
          <a:p>
            <a:r>
              <a:rPr lang="en-US" altLang="zh-TW" dirty="0" smtClean="0"/>
              <a:t>the challenges, </a:t>
            </a:r>
          </a:p>
          <a:p>
            <a:r>
              <a:rPr lang="en-US" altLang="zh-TW" dirty="0" smtClean="0"/>
              <a:t>the solution, </a:t>
            </a:r>
          </a:p>
          <a:p>
            <a:r>
              <a:rPr lang="en-US" altLang="zh-TW" dirty="0" smtClean="0"/>
              <a:t>the correctness of the solution, and </a:t>
            </a:r>
          </a:p>
          <a:p>
            <a:r>
              <a:rPr lang="en-US" altLang="zh-TW" dirty="0" smtClean="0"/>
              <a:t>the efficiency of the solution. </a:t>
            </a:r>
            <a:endParaRPr lang="zh-TW" altLang="zh-TW" dirty="0" smtClean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94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Solution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r>
              <a:rPr lang="en-US" altLang="zh-TW" dirty="0" smtClean="0"/>
              <a:t>Rigorously </a:t>
            </a:r>
            <a:r>
              <a:rPr lang="en-US" altLang="zh-TW" dirty="0"/>
              <a:t>define the problem.  </a:t>
            </a:r>
            <a:endParaRPr lang="en-US" altLang="zh-TW" dirty="0" smtClean="0"/>
          </a:p>
          <a:p>
            <a:r>
              <a:rPr lang="en-US" altLang="zh-TW" dirty="0" smtClean="0"/>
              <a:t>Define </a:t>
            </a:r>
            <a:r>
              <a:rPr lang="en-US" altLang="zh-TW" dirty="0"/>
              <a:t>the solution formally.  </a:t>
            </a:r>
            <a:endParaRPr lang="en-US" altLang="zh-TW" dirty="0" smtClean="0"/>
          </a:p>
          <a:p>
            <a:r>
              <a:rPr lang="en-US" altLang="zh-TW" dirty="0" smtClean="0"/>
              <a:t>Argue </a:t>
            </a:r>
            <a:r>
              <a:rPr lang="en-US" altLang="zh-TW" dirty="0"/>
              <a:t>for the correctness or performance of the solution.  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21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benchmarks,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experiment platform,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experiment data,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analysis (why it solves the problem), </a:t>
            </a:r>
            <a:endParaRPr lang="en-US" altLang="zh-TW" dirty="0" smtClean="0"/>
          </a:p>
          <a:p>
            <a:r>
              <a:rPr lang="en-US" altLang="zh-TW" dirty="0" smtClean="0"/>
              <a:t>threats </a:t>
            </a:r>
            <a:r>
              <a:rPr lang="en-US" altLang="zh-TW" dirty="0"/>
              <a:t>to validity.  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49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Conclusion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zh-TW" dirty="0"/>
          </a:p>
          <a:p>
            <a:pPr lvl="0"/>
            <a:r>
              <a:rPr lang="en-US" altLang="zh-TW" dirty="0" smtClean="0"/>
              <a:t>Contribution recalled</a:t>
            </a:r>
            <a:endParaRPr lang="zh-TW" altLang="zh-TW" dirty="0"/>
          </a:p>
          <a:p>
            <a:r>
              <a:rPr lang="en-US" altLang="zh-TW" dirty="0" smtClean="0"/>
              <a:t>Future work of </a:t>
            </a:r>
            <a:r>
              <a:rPr lang="en-US" altLang="zh-TW" smtClean="0"/>
              <a:t>the author</a:t>
            </a:r>
            <a:r>
              <a:rPr lang="zh-TW" altLang="en-US" smtClean="0"/>
              <a:t>  </a:t>
            </a:r>
            <a:endParaRPr lang="en-US" altLang="zh-TW" dirty="0"/>
          </a:p>
          <a:p>
            <a:r>
              <a:rPr lang="en-US" altLang="zh-TW" dirty="0" smtClean="0"/>
              <a:t>Your evaluation of the work ? </a:t>
            </a:r>
          </a:p>
          <a:p>
            <a:r>
              <a:rPr lang="en-US" altLang="zh-TW" dirty="0" smtClean="0"/>
              <a:t>Your future work ? </a:t>
            </a:r>
            <a:endParaRPr lang="zh-TW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20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Solution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endParaRPr lang="zh-TW" altLang="zh-TW" dirty="0"/>
          </a:p>
          <a:p>
            <a:pPr lvl="0"/>
            <a:r>
              <a:rPr lang="en-US" altLang="zh-TW" b="1" dirty="0" smtClean="0"/>
              <a:t>Related </a:t>
            </a:r>
            <a:r>
              <a:rPr lang="en-US" altLang="zh-TW" b="1" dirty="0"/>
              <a:t>work </a:t>
            </a:r>
            <a:endParaRPr lang="zh-TW" altLang="zh-TW" dirty="0"/>
          </a:p>
          <a:p>
            <a:r>
              <a:rPr lang="en-US" altLang="zh-TW" dirty="0"/>
              <a:t>What has people already done ?  What is the contribution of the work comparing to related work ? 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pPr lvl="0"/>
            <a:r>
              <a:rPr lang="en-US" altLang="zh-TW" b="1" dirty="0"/>
              <a:t>Motivating example</a:t>
            </a:r>
            <a:endParaRPr lang="zh-TW" altLang="zh-TW" dirty="0"/>
          </a:p>
          <a:p>
            <a:r>
              <a:rPr lang="en-US" altLang="zh-TW" dirty="0"/>
              <a:t>A small example from practical world to explain the motivation, the challenges, the solution, the correctness of the solution, and the efficiency of the solution. 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pPr lvl="0"/>
            <a:r>
              <a:rPr lang="en-US" altLang="zh-TW" b="1" dirty="0"/>
              <a:t>Solution</a:t>
            </a:r>
            <a:endParaRPr lang="zh-TW" altLang="zh-TW" dirty="0"/>
          </a:p>
          <a:p>
            <a:r>
              <a:rPr lang="en-US" altLang="zh-TW" dirty="0"/>
              <a:t>Rigorously define the problem.  Define the solution formally.  Argue for the correctness or performance of the solution.  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r>
              <a:rPr lang="en-US" altLang="zh-TW" b="1" dirty="0"/>
              <a:t>5. Experiment  </a:t>
            </a:r>
            <a:endParaRPr lang="zh-TW" altLang="zh-TW" dirty="0"/>
          </a:p>
          <a:p>
            <a:r>
              <a:rPr lang="en-US" altLang="zh-TW" dirty="0"/>
              <a:t>The benchmarks, the experiment platform, the experiment data, the analysis (why it solves the problem), threats to validity.  </a:t>
            </a:r>
            <a:endParaRPr lang="zh-TW" altLang="zh-TW" dirty="0"/>
          </a:p>
          <a:p>
            <a:r>
              <a:rPr lang="en-US" altLang="zh-TW" b="1" dirty="0"/>
              <a:t> 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pPr lvl="0"/>
            <a:r>
              <a:rPr lang="en-US" altLang="zh-TW" b="1" dirty="0"/>
              <a:t>Conclusion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r>
              <a:rPr lang="en-US" altLang="zh-TW" dirty="0"/>
              <a:t> 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Software Testing Midterm Literature Reading Report, Fall 2016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EB49-5B0D-488C-A42D-8C976D7E800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49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332</Words>
  <Application>Microsoft Office PowerPoint</Application>
  <PresentationFormat>寬螢幕</PresentationFormat>
  <Paragraphs>87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Office 佈景主題</vt:lpstr>
      <vt:lpstr>The most important work in Software Verification</vt:lpstr>
      <vt:lpstr>Introduction  - Background </vt:lpstr>
      <vt:lpstr>Introduction  - Motivation </vt:lpstr>
      <vt:lpstr>Introduction  - Solution </vt:lpstr>
      <vt:lpstr>Related work </vt:lpstr>
      <vt:lpstr>Running Example</vt:lpstr>
      <vt:lpstr>Solution</vt:lpstr>
      <vt:lpstr>Experiment</vt:lpstr>
      <vt:lpstr>Conclusion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most important work in Software Verification</dc:title>
  <dc:creator>farn@ntu.edu.tw</dc:creator>
  <cp:lastModifiedBy>farn@ntu.edu.tw</cp:lastModifiedBy>
  <cp:revision>2</cp:revision>
  <dcterms:created xsi:type="dcterms:W3CDTF">2016-09-27T01:00:46Z</dcterms:created>
  <dcterms:modified xsi:type="dcterms:W3CDTF">2016-09-27T01:09:07Z</dcterms:modified>
</cp:coreProperties>
</file>