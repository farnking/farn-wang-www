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61" r:id="rId3"/>
    <p:sldId id="262" r:id="rId4"/>
    <p:sldId id="264" r:id="rId5"/>
    <p:sldId id="263" r:id="rId6"/>
    <p:sldId id="265" r:id="rId7"/>
    <p:sldId id="266" r:id="rId8"/>
    <p:sldId id="267" r:id="rId9"/>
    <p:sldId id="260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4E5F2-BE61-48CD-863A-105E46AEEF91}" type="datetimeFigureOut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5EDED-4215-446A-BA2F-EF755F91E1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994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9EE85CC-22EE-4486-A465-D9428A439704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線接點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線接點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橢圓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橢圓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橢圓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C8107D2-5BD8-4D9C-B3ED-39C90759C637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524951D-89EE-48E7-9708-491C38A1BB9B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線接點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線接點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橢圓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橢圓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橢圓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線接點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35502-EF84-456A-9C9B-6316B662B85C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4980-4019-4C1C-9695-42B494934896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DA35B40-737C-4A1D-AF7B-F252A8B34E3E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7B13-60CB-45B3-A1D4-A11DF2CAFC12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內容版面配置區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459455A-B48C-43F5-93F0-9B47A365F524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3" name="頁尾版面配置區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線接點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線接點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版面配置區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11795AA-9B03-4499-9861-6CDBE42C5785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頁尾版面配置區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416E-E91C-4440-9B82-D89AB1A0AF10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A6B9-0386-4656-A1E6-5401E13B3A1F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E0E94A8-2A59-4429-BD3A-E153AD6732B8}" type="datetime1">
              <a:rPr lang="zh-TW" altLang="en-US" smtClean="0"/>
              <a:t>2014/11/7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simple.0123456789.tw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smtClean="0"/>
              <a:t>Selenium</a:t>
            </a:r>
            <a:br>
              <a:rPr lang="en-US" altLang="zh-TW" dirty="0" smtClean="0"/>
            </a:br>
            <a:r>
              <a:rPr lang="en-US" altLang="zh-TW" sz="1400" dirty="0" smtClean="0"/>
              <a:t>2014/11/17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pPr algn="ctr"/>
            <a:r>
              <a:rPr lang="en-US" altLang="zh-TW" dirty="0" smtClean="0"/>
              <a:t>Speaker: TA: Hung-Jr, Shiu</a:t>
            </a:r>
          </a:p>
          <a:p>
            <a:pPr algn="ctr"/>
            <a:r>
              <a:rPr lang="en-US" altLang="zh-TW" dirty="0" smtClean="0"/>
              <a:t>Adviser: </a:t>
            </a:r>
            <a:r>
              <a:rPr lang="en-US" altLang="zh-TW" dirty="0" err="1" smtClean="0"/>
              <a:t>Farn</a:t>
            </a:r>
            <a:r>
              <a:rPr lang="en-US" altLang="zh-TW" dirty="0" smtClean="0"/>
              <a:t> Wang</a:t>
            </a:r>
            <a:endParaRPr lang="zh-TW" altLang="en-US" dirty="0"/>
          </a:p>
        </p:txBody>
      </p:sp>
      <p:pic>
        <p:nvPicPr>
          <p:cNvPr id="1026" name="Picture 2" descr="C:\Users\shiuhungjr\Desktop\ntu-mar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426543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shiuhungjr\Desktop\ntu-mar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245" y="4826990"/>
            <a:ext cx="754467" cy="75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shiuhungjr\Desktop\ntu-mar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447993"/>
            <a:ext cx="468570" cy="46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shiuhungjr\Desktop\ntu-mark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478" y="5723296"/>
            <a:ext cx="396258" cy="39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shiuhungjr\Desktop\ntu-mark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941" y="5446770"/>
            <a:ext cx="269374" cy="2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26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Selenium Introduction</a:t>
            </a:r>
          </a:p>
          <a:p>
            <a:endParaRPr lang="en-US" dirty="0"/>
          </a:p>
          <a:p>
            <a:r>
              <a:rPr lang="en-US" dirty="0" smtClean="0"/>
              <a:t>Test case: launch google home page -&gt; type “</a:t>
            </a:r>
            <a:r>
              <a:rPr lang="en-US" dirty="0" err="1" smtClean="0"/>
              <a:t>farn</a:t>
            </a:r>
            <a:r>
              <a:rPr lang="en-US" dirty="0" smtClean="0"/>
              <a:t> </a:t>
            </a:r>
            <a:r>
              <a:rPr lang="en-US" dirty="0" err="1" smtClean="0"/>
              <a:t>wang</a:t>
            </a:r>
            <a:r>
              <a:rPr lang="en-US" dirty="0" smtClean="0"/>
              <a:t> software test” -&gt; click software class</a:t>
            </a:r>
          </a:p>
          <a:p>
            <a:endParaRPr lang="en-US" dirty="0"/>
          </a:p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63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Introduction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Selenium IDE: for Firefox only, proposes a scripting user interface.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Selenium Remote Control: use programming language and include selenium API to test web.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Selenium Core HTA: for IE.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Selenium Grid: for parallel testing.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103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case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Go </a:t>
            </a:r>
            <a:r>
              <a:rPr lang="en-US" dirty="0"/>
              <a:t>to </a:t>
            </a: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://simple.0123456789.tw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Input 123+234=</a:t>
            </a:r>
          </a:p>
          <a:p>
            <a:endParaRPr lang="en-US" dirty="0"/>
          </a:p>
          <a:p>
            <a:r>
              <a:rPr lang="en-US" dirty="0" smtClean="0"/>
              <a:t>See if the result = 357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5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case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1936750"/>
            <a:ext cx="74676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5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and Junit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You should first download selenium </a:t>
            </a:r>
            <a:r>
              <a:rPr lang="en-US" dirty="0" err="1" smtClean="0"/>
              <a:t>webdriver</a:t>
            </a:r>
            <a:r>
              <a:rPr lang="en-US" dirty="0" smtClean="0"/>
              <a:t> and selenium java </a:t>
            </a:r>
            <a:r>
              <a:rPr lang="en-US" dirty="0" err="1" smtClean="0"/>
              <a:t>api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Then use selenium IDE to export your test script into Junit4(</a:t>
            </a:r>
            <a:r>
              <a:rPr lang="en-US" dirty="0" err="1" smtClean="0"/>
              <a:t>webdriver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Next, open eclipse, new a java project, create a package and new a </a:t>
            </a:r>
            <a:r>
              <a:rPr lang="en-US" dirty="0" err="1" smtClean="0"/>
              <a:t>jave</a:t>
            </a:r>
            <a:r>
              <a:rPr lang="en-US" dirty="0" smtClean="0"/>
              <a:t> file.</a:t>
            </a:r>
          </a:p>
          <a:p>
            <a:endParaRPr lang="en-US" dirty="0"/>
          </a:p>
          <a:p>
            <a:r>
              <a:rPr lang="en-US" dirty="0" smtClean="0"/>
              <a:t>Copy the exported java test script to the eclipse project.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18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and Junit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On the java project, add the selenium </a:t>
            </a:r>
            <a:r>
              <a:rPr lang="en-US" dirty="0" err="1" smtClean="0"/>
              <a:t>webdriver</a:t>
            </a:r>
            <a:r>
              <a:rPr lang="en-US" dirty="0" smtClean="0"/>
              <a:t> and API of the project.</a:t>
            </a:r>
          </a:p>
          <a:p>
            <a:endParaRPr lang="en-US" dirty="0"/>
          </a:p>
          <a:p>
            <a:r>
              <a:rPr lang="en-US" dirty="0" smtClean="0"/>
              <a:t>Finally, run the project as Junit, you could see the testing flow.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98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Demo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Selenium IDE of </a:t>
            </a:r>
            <a:r>
              <a:rPr lang="en-US" dirty="0" err="1" smtClean="0"/>
              <a:t>firefox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Selenium IDE </a:t>
            </a:r>
            <a:r>
              <a:rPr lang="en-US" smtClean="0"/>
              <a:t>+ Junit4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6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000" dirty="0" smtClean="0"/>
              <a:t>[1]http</a:t>
            </a:r>
            <a:r>
              <a:rPr lang="en-US" altLang="zh-TW" sz="2000" dirty="0"/>
              <a:t>://</a:t>
            </a:r>
            <a:r>
              <a:rPr lang="en-US" altLang="zh-TW" sz="2000" dirty="0" smtClean="0"/>
              <a:t>www.cnblogs.com/hyddd/archive/2009/05/20/1473146.html</a:t>
            </a:r>
          </a:p>
          <a:p>
            <a:pPr marL="0" indent="0" algn="just">
              <a:buNone/>
            </a:pPr>
            <a:r>
              <a:rPr lang="en-US" sz="2000" dirty="0" smtClean="0"/>
              <a:t>[2]http</a:t>
            </a:r>
            <a:r>
              <a:rPr lang="en-US" sz="2000" dirty="0"/>
              <a:t>://</a:t>
            </a:r>
            <a:r>
              <a:rPr lang="en-US" sz="2000" dirty="0" smtClean="0"/>
              <a:t>www.cnblogs.com/hyddd/archive/2009/05/22/1487332.html</a:t>
            </a:r>
          </a:p>
          <a:p>
            <a:pPr marL="0" indent="0" algn="just">
              <a:buNone/>
            </a:pPr>
            <a:r>
              <a:rPr lang="en-US" sz="2000" dirty="0"/>
              <a:t>[</a:t>
            </a:r>
            <a:r>
              <a:rPr lang="en-US" sz="2000" dirty="0" smtClean="0"/>
              <a:t>3]http</a:t>
            </a:r>
            <a:r>
              <a:rPr lang="en-US" sz="2000" dirty="0"/>
              <a:t>://</a:t>
            </a:r>
            <a:r>
              <a:rPr lang="en-US" sz="2000" dirty="0" smtClean="0"/>
              <a:t>www.cnblogs.com/hyddd/archive/2009/05/22/1487346.html</a:t>
            </a:r>
          </a:p>
          <a:p>
            <a:pPr marL="0" indent="0" algn="just">
              <a:buNone/>
            </a:pPr>
            <a:r>
              <a:rPr lang="en-US" sz="2000" dirty="0"/>
              <a:t>[</a:t>
            </a:r>
            <a:r>
              <a:rPr lang="en-US" sz="2000" dirty="0" smtClean="0"/>
              <a:t>4]http</a:t>
            </a:r>
            <a:r>
              <a:rPr lang="en-US" sz="2000" dirty="0"/>
              <a:t>://</a:t>
            </a:r>
            <a:r>
              <a:rPr lang="en-US" sz="2000" dirty="0" smtClean="0"/>
              <a:t>www.cnblogs.com/hyddd/archive/2009/05/24/1487967.html</a:t>
            </a:r>
          </a:p>
          <a:p>
            <a:pPr marL="0" indent="0" algn="just">
              <a:buNone/>
            </a:pPr>
            <a:r>
              <a:rPr lang="en-US" sz="2000" dirty="0"/>
              <a:t>[</a:t>
            </a:r>
            <a:r>
              <a:rPr lang="en-US" sz="2000" dirty="0" smtClean="0"/>
              <a:t>5]http</a:t>
            </a:r>
            <a:r>
              <a:rPr lang="en-US" sz="2000" dirty="0"/>
              <a:t>://</a:t>
            </a:r>
            <a:r>
              <a:rPr lang="en-US" sz="2000" dirty="0" smtClean="0"/>
              <a:t>www.cnblogs.com/hyddd/archive/2009/05/24/1488377.html</a:t>
            </a:r>
          </a:p>
          <a:p>
            <a:pPr marL="0" indent="0" algn="just">
              <a:buNone/>
            </a:pPr>
            <a:r>
              <a:rPr lang="en-US" sz="2000" dirty="0" smtClean="0"/>
              <a:t>[</a:t>
            </a:r>
            <a:r>
              <a:rPr lang="en-US" sz="2000" dirty="0"/>
              <a:t>6</a:t>
            </a:r>
            <a:r>
              <a:rPr lang="en-US" sz="2000" dirty="0" smtClean="0"/>
              <a:t>]http</a:t>
            </a:r>
            <a:r>
              <a:rPr lang="en-US" sz="2000" dirty="0"/>
              <a:t>://www.cnblogs.com/cnblogsfans/archive/2008/12/23/1360320.html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 smtClean="0"/>
              <a:t>[</a:t>
            </a:r>
            <a:r>
              <a:rPr lang="en-US" sz="2000" dirty="0"/>
              <a:t>7</a:t>
            </a:r>
            <a:r>
              <a:rPr lang="en-US" sz="2000" dirty="0" smtClean="0"/>
              <a:t>]http</a:t>
            </a:r>
            <a:r>
              <a:rPr lang="en-US" sz="2000" dirty="0"/>
              <a:t>://www.openqa.org/?</a:t>
            </a:r>
            <a:r>
              <a:rPr lang="en-US" sz="2000" dirty="0" smtClean="0"/>
              <a:t>pageId=763</a:t>
            </a:r>
          </a:p>
          <a:p>
            <a:pPr marL="0" indent="0" algn="just">
              <a:buNone/>
            </a:pPr>
            <a:r>
              <a:rPr lang="en-US" sz="2000" dirty="0"/>
              <a:t>[8] http://docs.seleniumhq.org/</a:t>
            </a:r>
            <a:endParaRPr lang="en-US" sz="20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34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壁窗">
  <a:themeElements>
    <a:clrScheme name="壁窗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壁窗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壁窗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3863</TotalTime>
  <Words>245</Words>
  <Application>Microsoft Office PowerPoint</Application>
  <PresentationFormat>如螢幕大小 (4:3)</PresentationFormat>
  <Paragraphs>59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新細明體</vt:lpstr>
      <vt:lpstr>Calibri</vt:lpstr>
      <vt:lpstr>Century Schoolbook</vt:lpstr>
      <vt:lpstr>Wingdings</vt:lpstr>
      <vt:lpstr>Wingdings 2</vt:lpstr>
      <vt:lpstr>壁窗</vt:lpstr>
      <vt:lpstr>Selenium 2014/11/17</vt:lpstr>
      <vt:lpstr>Outline</vt:lpstr>
      <vt:lpstr>Selenium Introduction</vt:lpstr>
      <vt:lpstr>Test case</vt:lpstr>
      <vt:lpstr>Test case</vt:lpstr>
      <vt:lpstr>Selenium and Junit</vt:lpstr>
      <vt:lpstr>Selenium and Junit</vt:lpstr>
      <vt:lpstr>Project Demo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Editing by Viewing: Automatic Home Video Summarization by Viewing Behavior Analysis Wei-Ting Peng, Wei-Ta Chu, Chia-Han Chang, Chien-Nan Chou, Wei-Jia Huang, Wen-Yan Chang and Yi-Ping Hung IEEE TRANSACTIONS ON MULTIMEDIA, VOL. 13, NO. 3, JUNE 2011</dc:title>
  <dc:creator>shiuhungjr</dc:creator>
  <cp:lastModifiedBy>Hung-Jr Shiu</cp:lastModifiedBy>
  <cp:revision>189</cp:revision>
  <dcterms:created xsi:type="dcterms:W3CDTF">2014-03-08T10:30:01Z</dcterms:created>
  <dcterms:modified xsi:type="dcterms:W3CDTF">2014-11-06T21:26:25Z</dcterms:modified>
</cp:coreProperties>
</file>